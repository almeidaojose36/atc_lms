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cab974e-9c59-ee70-38b9-db71e8e95a04}">
          <p14:sldIdLst>
            <p14:sldId id="256"/>
            <p14:sldId id="257"/>
            <p14:sldId id="258"/>
            <p14:sldId id="259"/>
          </p14:sldIdLst>
        </p14:section>
        <p14:section name="Conteúdos" id="{a512f7b6-cf8b-46ad-9b93-bdffdbe399f6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onsolidação" id="{b41acdee-e042-3008-43e8-b87cf7553ac1}">
          <p14:sldIdLst>
            <p14:sldId id="267"/>
            <p14:sldId id="268"/>
            <p14:sldId id="269"/>
            <p14:sldId id="270"/>
          </p14:sldIdLst>
        </p14:section>
        <p14:section name="Encerramento" id="{808097e2-ab02-5430-a9b5-53b200d31756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ATC]
Apresentação do Módulo 1 do curso Microsoft PowerPoint.
Helena é o guia virtual que acompanha os formandos nos vídeos e no manual na plataforma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Enquadramento]
Uma apresentação eficaz ajuda o público a compreender uma ideia. Antes de escolher cores ou animações, defina a mensagem, conheça o público e organize o conteúdo numa sequência simples.
Sugestão pedagógica: pergunte aos formandos que experiência prévia já têm com este tema antes de avançar para os objetivos.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Objetivos]
1. Identificar a finalidade e o público de uma apresentação.
2. Organizar uma mensagem em abertura, desenvolvimento e conclusão.
3. Criar diapositivos com uma ideia principal por ecrã.
4. Escolher texto e elementos visuais legíveis e relevantes.
5. Ensaiar e rever uma apresentação antes de a apresentar.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Percurso]
Temas do módulo:
1.1 Começar pela mensagem
1.2 Um diapositivo, uma ideia principal
1.3 Criar uma apresentação simples
1.4 Rever e apresentar
Exemplo ATC · Apresentar o tema no primeiro diapositivo
Exemplo ATC · Organizar os objetivos da apresentação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1.1 Começar pela mensagem]
Tempo sugerido: 8–10 min
[Figura] Ícone de identificação do Microsoft PowerPoint, réplica visual fornecida para este curso.
Uma apresentação começa com uma pergunta: o que deve o público compreender ou fazer no final? Escreva essa resposta numa frase curta. Use-a para decidir que informação incluir e que informação pode ficar de fora.
Parte | Objetivo | Exemplo de conteúdo
Abertura | Apresentar o tema e orientar o público. | Título, contexto e objetivo
Desenvolvimento | Explicar as ideias com uma ordem lógica. | Três passos, dados ou exemplos
Conclusão | Reforçar a mensagem e indicar o próximo passo. | Resumo e ação recomendada
[Figura] Esquema animado ATC: três partes organizam a mensagem de uma apresentação.
Dica: Se não conseguir resumir o objetivo numa frase, simplifique a apresentação antes de abrir o Microsoft PowerPoint.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Quadro de referência]
1.1 Começar pela mensagem
Explore os exemplos da tabela com 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1.2 Um diapositivo, uma ideia principal]
Tempo sugerido: 8–10 min
Cada diapositivo deve ter uma função clara. Um título informativo ajuda o público a perceber a conclusão, e não apenas o tema. Prefira frases curtas e use uma imagem, um gráfico ou um diagrama apenas quando acrescentar informação.
[Figura] Esquema animado ATC: título com mensagem, poucos pontos de apoio e um elemento visual útil.
Reveja | Pergunta
Título | O título comunica a conclusão do diapositivo?
Texto | É possível compreender a ideia sem ler um parágrafo longo?
Imagem ou gráfico | Ajuda a explicar os dados ou é apenas decorativo?
Contraste | O texto continua legível à distância?
Atenção: Evite colocar todo o discurso no diapositivo. O público deve conseguir ouvir e acompanhar a mensagem sem ler blocos extensos de texto.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1.3 Criar uma apresentação simples]
Tempo sugerido: 8–10 min
No Microsoft PowerPoint, pode iniciar uma apresentação em branco ou escolher um modelo. Para praticar, crie uma apresentação com quatro diapositivos: título, problema, proposta e próximo passo. Use o mesmo tema visual ao longo da sequência.
1. Abra o Microsoft PowerPoint e crie uma apresentação em branco.
2. Escolha um tema simples e confirme que o texto tem contraste suficiente.
3. Adicione um diapositivo de título com o tema e o objetivo.
4. Crie dois diapositivos de desenvolvimento, cada um com uma ideia principal.
5. Termine com a conclusão ou a ação que pretende do público.
6. Guarde o ficheiro com um nome claro e ensaie a apresentação no modo de apresentação de diapositivos.
Nota: Os nomes de comandos e a disposição dos separadores podem variar consoante a versão e o idioma do Microsoft PowerPoint.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1.4 Rever e apresentar]
Tempo sugerido: 8–10 min
Antes de apresentar, reveja a sequência, confirme nomes e números e teste vídeos, ligações ou outros elementos inseridos. Ensaiar ajuda a ajustar o tempo e a explicar a mensagem sem ler os diapositivos.
1. Apresente a sequência completa do início ao fim.
2. Confirme que cada diapositivo prepara o seguinte.
3. Verifique ortografia, números e fontes dos dados.
4. Confirme que os elementos multimédia funcionam no computador da apresentação.
5. Termine com uma conclusão e reserve tempo para perguntas.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Exemplo ATC · Apresentar o tema no primeiro diapositivo]
Tempo sugerido: 8–10 min
O título e uma frase de apoio orientam o público.
[Figura] Captura própria ATC · Microsoft PowerPoint para a Web · Português (Portugal).
1. Selecione a primeira miniatura à esquerda.
2. Escreva um título que identifique o tema.
3. Acrescente uma frase curta que explique o propósito.
Dica: O diapositivo apresenta Formação Digital ATC e uma mensagem de apoio.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Exemplo ATC · Organizar os objetivos da apresentação]
Tempo sugerido: 8–10 min
O segundo diapositivo comunica três objetivos em frases curtas.
[Figura] Captura própria ATC · Microsoft PowerPoint para a Web · Português (Portugal).
1. Selecione a segunda miniatura.
2. Use um título informativo: Objetivos da formação.
3. Liste apenas os objetivos essenciais, com uma ideia por linha.
Dica: Confirme que o título e os três objetivos são legíveis e seguem uma ordem clara.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Síntese]
Resumo do módulo:
Defina a mensagem e o público antes de criar os diapositivos.
Organize a apresentação em abertura, desenvolvimento e conclusão.
Use uma ideia principal por diapositivo.
Escolha elementos visuais pela sua utilidade e mantenha o texto legível.
Ensaie, reveja e teste a apresentação antes de a apresentar.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Exercício Prático]
Exercício prático · Apresentar uma melhoria simples (20 min)
Recurso: Crie uma apresentação de quatro diapositivos
Tarefas:
1. Escolha uma melhoria simples para um processo de formação ou de trabalho.
2. Escreva o objetivo da apresentação numa frase.
3. Crie quatro diapositivos: título, situação atual, proposta e próximo passo.
4. Use uma ideia principal por diapositivo e escolha um visual que apoie a mensagem.
5. Apresente em voz alta e reveja a clareza, o tempo e a legibilidade.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Chave de Respostas]
1. Qual deve ser o primeiro passo antes de escolher cores ou criar diapositivos no PowerPoint?
   ✓ Resposta certa: B) Definir numa frase clara o que o público deve compreender ou fazer no final
2. Quantas ideias principais deve comunicar cada diapositivo para manter a clareza?
   ✓ Resposta certa: A) Uma ideia principal por diapositivo
3. Como deve ser escrito o título de um diapositivo eficaz?
   ✓ Resposta certa: A) Deve comunicar a conclusão ou ideia-chave desse diapositivo
4. Por que razão se deve evitar colocar parágrafos extensos num diapositivo?
   ✓ Resposta certa: B) Porque o público passa a ler o ecrã em vez de ouvir e acompanhar quem apresenta
5. Em que três partes se organiza a estrutura lógica de uma apresentação?
   ✓ Resposta certa: B) Abertura, desenvolvimento e conclusão
6. O que deve verificar durante o ensaio antes da sessão?
   ✓ Resposta certa: B) A sequência lógica, o tempo, a legibilidade e o funcionamento dos elementos multimédia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Glossário]
• Contraste visual: Diferença clara entre a cor do texto e a cor do fundo para garantir leitura à distância.
• Diapositivo: Cada ecrã individual que compõe uma apresentação.
• Mensagem principal: Ideia central que o público deve compreender e recordar no final.
• Miniatura: Vista reduzida de cada diapositivo no painel esquerdo, usada para ordenar a sequência.
• Modelo: Estrutura visual predefinida que pode ser aplicada a uma apresentação.
• Tema: Conjunto coordenado de cores, tipos de letra e efeitos visuais.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Encerramento]
Lembre os formandos de que o manual ilustrado, as vídeo-aulas e o guia por voz estão disponíveis na plataforma ATC (lms.grupoangbu.com).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43E1C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900" dirty="0"/>
          </a:p>
        </p:txBody>
      </p:sp>
      <p:pic>
        <p:nvPicPr>
          <p:cNvPr id="4" name="Image 0" descr="/Users/almeidajose/Documents/A/App/ATC 2/atc_lms/static/logo-6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566928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6327648"/>
            <a:ext cx="11091672" cy="13716"/>
          </a:xfrm>
          <a:prstGeom prst="rect">
            <a:avLst/>
          </a:prstGeom>
          <a:solidFill>
            <a:srgbClr val="E3E8EE"/>
          </a:solidFill>
          <a:ln/>
        </p:spPr>
      </p:sp>
      <p:sp>
        <p:nvSpPr>
          <p:cNvPr id="6" name="Text 2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Microsoft PowerPoint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a">
    <p:bg>
      <p:bgPr>
        <a:solidFill>
          <a:srgbClr val="E8E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Microsoft PowerPoint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B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965960"/>
            <a:ext cx="5888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MANUAL DO FORMANDO · MÓDULO 1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86000"/>
            <a:ext cx="588856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 PowerPoint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0"/>
            <a:ext cx="588856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Primeiros passos no PowerPoint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58885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EE6"/>
                </a:solidFill>
              </a:rPr>
              <a:t>Estruturar ideias e comunicar com diapositivos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58885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Cabinda, Angola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DEE6"/>
                </a:solidFill>
              </a:rPr>
              <a:t>Versão 1.0 — módulo de amostra ATC · outubro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60887" y="822960"/>
            <a:ext cx="4782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OLÁ, SOU O MIGUEL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60887" y="1143000"/>
            <a:ext cx="4782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Bem-vindo ao módulo 1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60887" y="2103120"/>
            <a:ext cx="47821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Uma apresentação eficaz ajuda o público a compreender uma ideia. Antes de escolher cores ou animações, defina a mensagem, conheça o público e organize o conteúdo numa sequência simples.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60887" y="4709160"/>
            <a:ext cx="1411176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60887" y="4800600"/>
            <a:ext cx="141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h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952327" y="5468112"/>
            <a:ext cx="122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 sala e laboratório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546383" y="4709160"/>
            <a:ext cx="1411176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546383" y="4800600"/>
            <a:ext cx="141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min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637823" y="5468112"/>
            <a:ext cx="122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vídeo-aulas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31879" y="4709160"/>
            <a:ext cx="1411176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0231879" y="4800600"/>
            <a:ext cx="141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10323319" y="5468112"/>
            <a:ext cx="122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temas estruturados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COMPETÊNCIAS E RESULTADOS DE APRENDIZAGEM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 aprendizagem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291840" cy="4709160"/>
          </a:xfrm>
          <a:prstGeom prst="roundRect">
            <a:avLst>
              <a:gd name="adj" fmla="val 4167"/>
            </a:avLst>
          </a:prstGeom>
          <a:solidFill>
            <a:schemeClr val="tx2"/>
          </a:solidFill>
          <a:ln w="12700">
            <a:solidFill>
              <a:srgbClr val="0B2137"/>
            </a:solidFill>
            <a:prstDash val="solid"/>
          </a:ln>
        </p:spPr>
      </p:sp>
      <p:pic>
        <p:nvPicPr>
          <p:cNvPr id="5" name="Image 0" descr="Helena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737360"/>
            <a:ext cx="1920240" cy="1920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9319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final deste módulo,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será capaz de: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120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Helena · guia virtual ATC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206240" y="14264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407408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0740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074920" y="14264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Identificar a finalidade e o público de uma apresentação.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3408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07408" y="2514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07408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074920" y="23408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Organizar uma mensagem em abertura, desenvolvimento e conclusão.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206240" y="32552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407408" y="3429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407408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32552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Criar diapositivos com uma ideia principal por ecrã.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206240" y="41696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07408" y="4343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07408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074920" y="41696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Escolher texto e elementos visuais legíveis e relevantes.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206240" y="50840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407408" y="5257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07408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5074920" y="50840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Ensaiar e rever uma apresentação antes de a apresentar.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888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PRIMEIROS PASSOS NO POWERPOINT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8885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Percurso do módulo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203704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203704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48840"/>
            <a:ext cx="52301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Começar pela mensagem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70632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70632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15768"/>
            <a:ext cx="52301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Um diapositivo, uma ideia principal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3756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3282696"/>
            <a:ext cx="52301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Criar uma apresentação simples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4488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849624"/>
            <a:ext cx="52301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Rever e apresentar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71416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71416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416552"/>
            <a:ext cx="52301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Exemplo ATC · Apresentar o tema no primeiro diapositivo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038344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038344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4983480"/>
            <a:ext cx="52301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Exemplo ATC · Organizar os objetivos da apresentação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1 DE 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Começar pela mensagem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84632" y="1579982"/>
            <a:ext cx="6803136" cy="3880917"/>
          </a:xfrm>
          <a:prstGeom prst="roundRect">
            <a:avLst>
              <a:gd name="adj" fmla="val 141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Esquema animado ATC: três partes organizam a mensagem de uma apresentaç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3990"/>
            <a:ext cx="6675120" cy="37529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Esquema animado ATC: três partes organizam a mensagem de uma apresentação.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Uma apresentação começa com uma pergunta: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 que deve o público compreender ou fazer no final?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Escreva essa resposta numa frase curta. Use-a para decidir que informação incluir e que informação pode ficar de fora.</a:t>
            </a:r>
            <a:endParaRPr lang="en-US" sz="1400" dirty="0"/>
          </a:p>
        </p:txBody>
      </p:sp>
      <p:sp>
        <p:nvSpPr>
          <p:cNvPr id="8" name="Cartão de dica"/>
          <p:cNvSpPr/>
          <p:nvPr/>
        </p:nvSpPr>
        <p:spPr>
          <a:xfrm>
            <a:off x="7589520" y="4768342"/>
            <a:ext cx="4069080" cy="1403858"/>
          </a:xfrm>
          <a:prstGeom prst="roundRect">
            <a:avLst>
              <a:gd name="adj" fmla="val 7816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pic>
        <p:nvPicPr>
          <p:cNvPr id="9" name="Image 1" descr="Miguel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081651"/>
            <a:ext cx="777240" cy="777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714232" y="4841494"/>
            <a:ext cx="2788920" cy="1257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Dica do Miguel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Se não conseguir resumir o objetivo numa frase, simplifique a apresentação antes de abrir o Microsoft PowerPoint.</a:t>
            </a:r>
            <a:endParaRPr lang="en-US" sz="1300" dirty="0"/>
          </a:p>
        </p:txBody>
      </p:sp>
      <p:pic>
        <p:nvPicPr>
          <p:cNvPr id="11" name="Image 2" descr="Ícone de identificação do Microsoft PowerPoint, réplica visual fornecida para este curso.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5720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1 DE 6 · QUADRO-RESUMO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Começar pela mensagem — Quadro de referência</a:t>
            </a:r>
            <a:endParaRPr lang="en-US" sz="2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de conteúdo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Apresentar o tema e orientar o público.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Título, contexto e 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Explicar as ideias com uma ordem lógica.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passos, dados ou exemplos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Conclusão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Reforçar a mensagem e indicar o próximo passo.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Resumo e ação recomendada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2 DE 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Um diapositivo, uma ideia principal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84632" y="1579982"/>
            <a:ext cx="6803136" cy="3880917"/>
          </a:xfrm>
          <a:prstGeom prst="roundRect">
            <a:avLst>
              <a:gd name="adj" fmla="val 141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Esquema animado ATC: título com mensagem, poucos pontos de apoio e um elemento visual úti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3990"/>
            <a:ext cx="6675120" cy="37529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Esquema animado ATC: título com mensagem, poucos pontos de apoio e um elemento visual útil.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diapositivo deve ter uma função clara. Um título informativo ajuda o público a perceber a conclusão, e não apenas o tema. Prefira frases curtas e use uma imagem, um gráfico ou um diagrama apenas quando acrescentar informação.</a:t>
            </a:r>
            <a:endParaRPr lang="en-US" sz="1400" dirty="0"/>
          </a:p>
        </p:txBody>
      </p:sp>
      <p:sp>
        <p:nvSpPr>
          <p:cNvPr id="8" name="Cartão de dica"/>
          <p:cNvSpPr/>
          <p:nvPr/>
        </p:nvSpPr>
        <p:spPr>
          <a:xfrm>
            <a:off x="7589520" y="4768342"/>
            <a:ext cx="4069080" cy="1403858"/>
          </a:xfrm>
          <a:prstGeom prst="roundRect">
            <a:avLst>
              <a:gd name="adj" fmla="val 7816"/>
            </a:avLst>
          </a:prstGeom>
          <a:solidFill>
            <a:srgbClr val="FBEDE6"/>
          </a:solidFill>
          <a:ln w="9525">
            <a:solidFill>
              <a:srgbClr val="F0C7B4"/>
            </a:solidFill>
            <a:prstDash val="solid"/>
          </a:ln>
        </p:spPr>
      </p:sp>
      <p:pic>
        <p:nvPicPr>
          <p:cNvPr id="9" name="Image 1" descr="Helena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081651"/>
            <a:ext cx="777240" cy="777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714232" y="4841494"/>
            <a:ext cx="2788920" cy="1257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Atenção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Evite colocar todo o discurso no diapositivo. O público deve conseguir ouvir e acompanhar a mensagem sem ler blocos extensos de texto.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60887" y="822960"/>
            <a:ext cx="4782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TEMA 3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60887" y="1143000"/>
            <a:ext cx="4782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Criar uma apresentação simples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60887" y="212140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60887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63807" y="2103120"/>
            <a:ext cx="427924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Abra o Microsoft PowerPoint e crie uma apresentação em branco.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60887" y="272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60887" y="272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63807" y="2705608"/>
            <a:ext cx="427924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Escolha um tema simples e confirme que o texto tem contraste suficiente.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60887" y="332638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60887" y="3326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63807" y="3308096"/>
            <a:ext cx="427924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Adicione um diapositivo de título com o tema e o objetivo.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60887" y="392887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60887" y="39288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63807" y="3910584"/>
            <a:ext cx="427924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Crie dois diapositivos de desenvolvimento, cada um com uma ideia principal.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60887" y="45313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60887" y="4531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63807" y="4513072"/>
            <a:ext cx="427924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Termine com a conclusão ou a ação que pretende do público.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60887" y="513384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60887" y="5133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63807" y="5115560"/>
            <a:ext cx="4279248" cy="684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Guarde o ficheiro com um nome claro e ensaie a apresentação no modo de apresentação de diapositivos.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88018" y="822960"/>
            <a:ext cx="5855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TEMA 4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788018" y="1143000"/>
            <a:ext cx="58550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 e apresentar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788018" y="2103120"/>
            <a:ext cx="5855038" cy="948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Antes de apresentar, reveja a sequência, confirme nomes e números e teste vídeos, ligações ou outros elementos inseridos. Ensaiar ajuda a ajustar o tempo e a explicar a mensagem sem ler os diapositivos.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788018" y="325323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788018" y="3253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90938" y="3234944"/>
            <a:ext cx="53521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Apresente a sequência completa do início ao fim.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788018" y="37652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88018" y="37652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90938" y="3747008"/>
            <a:ext cx="53521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Confirme que cada diapositivo prepara o seguinte.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88018" y="42773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88018" y="427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290938" y="4259072"/>
            <a:ext cx="53521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Verifique ortografia, números e fontes dos dados.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788018" y="478942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88018" y="478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90938" y="4771136"/>
            <a:ext cx="535211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Confirme que os elementos multimédia funcionam no computador da apresentação.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788018" y="539191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88018" y="5391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90938" y="5373624"/>
            <a:ext cx="535211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Termine com uma conclusão e reserve tempo para perguntas.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5 DE 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ATC: Apresentar o tema no primeiro diapositivo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45129" y="1261872"/>
            <a:ext cx="5882143" cy="4517136"/>
          </a:xfrm>
          <a:prstGeom prst="roundRect">
            <a:avLst>
              <a:gd name="adj" fmla="val 1215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Captura própria ATC · Microsoft PowerPoint para a Web · Português (Portugal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7" y="1325880"/>
            <a:ext cx="5754127" cy="4389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Captura própria ATC · Microsoft PowerPoint para a Web · Português (Portugal).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título e uma frase de apoio orientam o público.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589520" y="211632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0" y="2116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2098040"/>
            <a:ext cx="3566160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Selecione a primeira miniatura à esquerda.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589520" y="27188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2718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2700528"/>
            <a:ext cx="3566160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Escreva um título que identifique o tema.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589520" y="332130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3321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3303016"/>
            <a:ext cx="3566160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Acrescente uma frase curta que explique o propósito.</a:t>
            </a:r>
            <a:endParaRPr lang="en-US" sz="1400" dirty="0"/>
          </a:p>
        </p:txBody>
      </p:sp>
      <p:sp>
        <p:nvSpPr>
          <p:cNvPr id="17" name="Cartão de dica"/>
          <p:cNvSpPr/>
          <p:nvPr/>
        </p:nvSpPr>
        <p:spPr>
          <a:xfrm>
            <a:off x="7589520" y="5120640"/>
            <a:ext cx="4069080" cy="1051560"/>
          </a:xfrm>
          <a:prstGeom prst="roundRect">
            <a:avLst>
              <a:gd name="adj" fmla="val 10435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pic>
        <p:nvPicPr>
          <p:cNvPr id="18" name="Image 1" descr="Miguel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257800"/>
            <a:ext cx="777240" cy="77724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714232" y="5193792"/>
            <a:ext cx="27889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Dica do Miguel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 diapositivo apresenta Formação Digital ATC e uma mensagem de apoio.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6 DE 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ATC: Organizar os objetivos da apresentação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45129" y="1261872"/>
            <a:ext cx="5882143" cy="4517136"/>
          </a:xfrm>
          <a:prstGeom prst="roundRect">
            <a:avLst>
              <a:gd name="adj" fmla="val 1215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Captura própria ATC · Microsoft PowerPoint para a Web · Português (Portugal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7" y="1325880"/>
            <a:ext cx="5754127" cy="4389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Captura própria ATC · Microsoft PowerPoint para a Web · Português (Portugal).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segundo diapositivo comunica três objetivos em frases curtas.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589520" y="211632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0" y="2116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20980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Selecione a segunda miniatura.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589520" y="262839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2628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2610104"/>
            <a:ext cx="3566160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 um título informativo: Objetivos da formação.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589520" y="323088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3230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3212592"/>
            <a:ext cx="3566160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Liste apenas os objetivos essenciais, com uma ideia por linha.</a:t>
            </a:r>
            <a:endParaRPr lang="en-US" sz="1400" dirty="0"/>
          </a:p>
        </p:txBody>
      </p:sp>
      <p:sp>
        <p:nvSpPr>
          <p:cNvPr id="17" name="Cartão de dica"/>
          <p:cNvSpPr/>
          <p:nvPr/>
        </p:nvSpPr>
        <p:spPr>
          <a:xfrm>
            <a:off x="7589520" y="5120640"/>
            <a:ext cx="4069080" cy="1051560"/>
          </a:xfrm>
          <a:prstGeom prst="roundRect">
            <a:avLst>
              <a:gd name="adj" fmla="val 10435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pic>
        <p:nvPicPr>
          <p:cNvPr id="18" name="Image 1" descr="Helena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257800"/>
            <a:ext cx="777240" cy="77724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714232" y="5193792"/>
            <a:ext cx="27889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Dica da Helena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Confirme que o título e os três objetivos são legíveis e seguem uma ordem clara.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7544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MÓDULO 1 · SÍNTESE PEDAGÓGICA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7544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Ideias-chave a reter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48840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Defina a mensagem e o público antes de criar os diapositivos.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94843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48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902712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Organize a apresentação em abertura, desenvolvimento e conclusão.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702304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0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656584"/>
            <a:ext cx="52515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Use uma ideia principal por diapositivo.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32409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2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278376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Escolha elementos visuais pela sua utilidade e mantenha o texto legível.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07796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077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5032248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Ensaie, reveja e teste a apresentação antes de a apresentar.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PRÁTICA GUIADA EM LABORATÓRIO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 prático: Apresentar uma melhoria simples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441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minutos de prática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Crie uma apresentação de quatro diapositivos</a:t>
            </a:r>
            <a:endParaRPr lang="en-US" sz="1350" dirty="0"/>
          </a:p>
        </p:txBody>
      </p:sp>
      <p:pic>
        <p:nvPicPr>
          <p:cNvPr id="8" name="Image 0" descr="Helena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4160520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50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Apoio da Helena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069080" y="143560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69080" y="1435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1417320"/>
            <a:ext cx="7086600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Escolha uma melhoria simples para um processo de formação ou de trabalho.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069080" y="20680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69080" y="20680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2049780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Escreva o objetivo da apresentação numa frase.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069080" y="258013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069080" y="25801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2561844"/>
            <a:ext cx="7086600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Crie quatro diapositivos: título, situação atual, proposta e próximo passo.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069080" y="321259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69080" y="3212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3194304"/>
            <a:ext cx="7086600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Use uma ideia principal por diapositivo e escolha um visual que apoie a mensagem.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069080" y="384505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69080" y="38450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0" y="3826764"/>
            <a:ext cx="7086600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Apresente em voz alta e reveja a clareza, o tempo e a legibilidade.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069080" y="5532120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EDF7F1"/>
          </a:solidFill>
          <a:ln w="9525">
            <a:solidFill>
              <a:srgbClr val="B8DEC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251960" y="557784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Critério de sucesso: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concluir todos os passos com autonomia e validar o resultado com o formador.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AVALIAÇÃO FORMATIVA EM SALA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 os seus conhecimentos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53896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538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465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Qual deve ser o primeiro passo antes de escolher cores ou criar diapositivos no PowerPoint?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31720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Inserir animações em todos os ecrãs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Definir numa frase clara o que o público deve compreender ou fazer no final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Copiar um texto longo de um relatório para o primeiro diapositivo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Escolher o maior número possível de tipos de letra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3258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453896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14538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7465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Quantas ideias principais deve comunicar cada diapositivo para manter a clareza?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331720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Uma ideia principal por diapositivo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Pelo menos quatro temas diferentes por ecrã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Todo o discurso palavra por palavra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Apenas imagens sem qualquer título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12464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7124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0507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Como deve ser escrito o título de um diapositivo eficaz?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590288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Deve comunicar a conclusão ou ideia-chave desse diapositivo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Deve ter pelo menos cinco linhas de texto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Deve usar uma cor quase igual à do fundo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Deve conter apenas um número sem palavras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584448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712464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37124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4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400507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Por que razão se deve evitar colocar parágrafos extensos num diapositivo?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4590288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Porque o PowerPoint não aceita mais de três linhas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Porque o público passa a ler o ecrã em vez de ouvir e acompanhar quem apresenta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Porque o ficheiro deixa de poder ser guardado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Porque impede o uso de imagens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87568"/>
            <a:ext cx="11064240" cy="475488"/>
          </a:xfrm>
          <a:prstGeom prst="roundRect">
            <a:avLst>
              <a:gd name="adj" fmla="val 15385"/>
            </a:avLst>
          </a:prstGeom>
          <a:solidFill>
            <a:srgbClr val="FFF7F0"/>
          </a:solidFill>
          <a:ln w="9525">
            <a:solidFill>
              <a:srgbClr val="F2B4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71500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Dinâmica pedagógica: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discuta cada questão em turma antes de confirmar a resposta certa (chave disponível nas notas do formador).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TERMINOLOGIA TÉCNICA EM PORTUGUÊS EUROPEU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Glossário essencial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544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642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Contraste visual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Diferença clara entre a cor do texto e a cor do fundo para garantir leitura à distância.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2816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15544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6760" y="16642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Diapositivo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56760" y="21488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Cada ecrã individual que compõe uma apresentação.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0768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6280" y="15544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6280" y="16642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Mensagem principal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36280" y="21488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Ideia central que o público deve compreender e recordar no final.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0690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1788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Miniatura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6634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Vista reduzida de cada diapositivo no painel esquerdo, usada para ordenar a sequência.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32816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6760" y="40690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6760" y="41788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4556760" y="46634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Estrutura visual predefinida que pode ser aplicada a uma apresentação.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810768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36280" y="40690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36280" y="41788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Tema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8336280" y="46634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Conjunto coordenado de cores, tipos de letra e efeitos visuais.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887" y="64008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60887" y="2011680"/>
            <a:ext cx="47821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hoje.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 mais longe amanhã.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6860887" y="3840480"/>
            <a:ext cx="47821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5DEE6"/>
                </a:solidFill>
              </a:rPr>
              <a:t>Continue o módulo 1 na plataforma ATC: vídeo-aulas, manual completo, exercícios e o seu guia virtual por voz.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860887" y="5760720"/>
            <a:ext cx="4782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Cabinda, Angola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C Formação">
  <a:themeElements>
    <a:clrScheme name="ATC Formação">
      <a:dk1>
        <a:srgbClr val="1D2733"/>
      </a:dk1>
      <a:lt1>
        <a:srgbClr val="FFFFFF"/>
      </a:lt1>
      <a:dk2>
        <a:srgbClr val="0B2137"/>
      </a:dk2>
      <a:lt2>
        <a:srgbClr val="F2F4F7"/>
      </a:lt2>
      <a:accent1>
        <a:srgbClr val="DA6D24"/>
      </a:accent1>
      <a:accent2>
        <a:srgbClr val="C43E1C"/>
      </a:accent2>
      <a:accent3>
        <a:srgbClr val="F08A3E"/>
      </a:accent3>
      <a:accent4>
        <a:srgbClr val="5F6B78"/>
      </a:accent4>
      <a:accent5>
        <a:srgbClr val="2E7D4F"/>
      </a:accent5>
      <a:accent6>
        <a:srgbClr val="B3361F"/>
      </a:accent6>
      <a:hlink>
        <a:srgbClr val="DA6D24"/>
      </a:hlink>
      <a:folHlink>
        <a:srgbClr val="8A5A3C"/>
      </a:folHlink>
    </a:clrScheme>
    <a:fontScheme name="ATC Form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ATC – Angbu Training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PowerPoint · Módulo 1 · Primeiros passos no PowerPoint</dc:title>
  <dc:subject>Apresentação do manual do formando</dc:subject>
  <dc:creator>ATC – Angbu Training Centre</dc:creator>
  <cp:lastModifiedBy>ATC – Angbu Training Centre</cp:lastModifiedBy>
  <cp:revision>1</cp:revision>
  <dcterms:created xsi:type="dcterms:W3CDTF">2026-10-17T07:59:59Z</dcterms:created>
  <dcterms:modified xsi:type="dcterms:W3CDTF">2026-10-17T07:59:59Z</dcterms:modified>
</cp:coreProperties>
</file>