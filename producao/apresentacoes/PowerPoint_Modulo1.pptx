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622d09c-89a5-ac85-7471-90c2a07ae7fa}">
          <p14:sldIdLst>
            <p14:sldId id="256"/>
            <p14:sldId id="257"/>
            <p14:sldId id="258"/>
            <p14:sldId id="259"/>
          </p14:sldIdLst>
        </p14:section>
        <p14:section name="Conteúdos" id="{1b0c0eea-117e-0207-ab21-709e740b1066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solidação" id="{605b2009-4f36-f851-1e6c-4411155f339d}">
          <p14:sldIdLst>
            <p14:sldId id="266"/>
            <p14:sldId id="267"/>
            <p14:sldId id="268"/>
          </p14:sldIdLst>
        </p14:section>
        <p14:section name="Encerramento" id="{14331bbc-06fd-e70f-1406-fdffb4842b4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módulo 1 do curso Microsoft PowerPoint. Helena é o guia virtual que acompanha os formandos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apresentação eficaz ajuda o público a compreender uma ideia. Antes de escolher cores ou animações, defina a mensagem, conheça o público e organize o conteúdo numa sequência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Objetivos:
1. Identificar a finalidade e o público de uma apresentação.
2. Organizar uma mensagem em abertura, desenvolvimento e conclusão.
3. Criar diapositivos com uma ideia principal por ecrã.
4. Escolher texto e elementos visuais legíveis e relevantes.
5. Ensaiar e rever uma apresentação antes de a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Temas do módulo:
1.1 Começar pela mensagem
1.2 Um diapositivo, uma ideia principal
1.3 Criar uma apresentação simples
1.4 Rever e apresentar
Exemplo ATC · Apresentar o tema no primeiro diapositivo
Exemplo ATC · Organizar os objetivos da apresentação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Começar pela mensagem
[Figura] Ícone de identificação do Microsoft PowerPoint, réplica visual fornecida para este curso.
Uma apresentação começa com uma pergunta: o que deve o público compreender ou fazer no final? Escreva essa resposta numa frase curta. Use-a para decidir que informação incluir e que informação pode ficar de fora.
Parte | Objetivo | Exemplo de conteúdo
Abertura | Apresentar o tema e orientar o público. | Título, contexto e objetivo
Desenvolvimento | Explicar as ideias com uma ordem lógica. | Três passos, dados ou exemplos
Conclusão | Reforçar a mensagem e indicar o próximo passo. | Resumo e ação recomendada
[Figura] Esquema animado ATC: três partes organizam a mensagem de uma apresentação.
Dica: Se não conseguir resumir o objetivo numa frase, simplifique a apresentação antes de abrir o Microsoft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 Um diapositivo, uma ideia principal
Cada diapositivo deve ter uma função clara. Um título informativo ajuda o público a perceber a conclusão, e não apenas o tema. Prefira frases curtas e use uma imagem, um gráfico ou um diagrama apenas quando acrescentar informação.
[Figura] Esquema animado ATC: título com mensagem, poucos pontos de apoio e um elemento visual útil.
Reveja | Pergunta
Título | O título comunica a conclusão do diapositivo?
Texto | É possível compreender a ideia sem ler um parágrafo longo?
Imagem ou gráfico | Ajuda a explicar os dados ou é apenas decorativo?
Contraste | O texto continua legível à distância?
Atenção: Evite colocar todo o discurso no diapositivo. O público deve conseguir ouvir e acompanhar a mensagem sem ler blocos extensos de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 Criar uma apresentação simples
No Microsoft PowerPoint, pode iniciar uma apresentação em branco ou escolher um modelo. Para praticar, crie uma apresentação com quatro diapositivos: título, problema, proposta e próximo passo. Use o mesmo tema visual ao longo da sequência.
1. Abra o Microsoft PowerPoint e crie uma apresentação em branco.
2. Escolha um tema simples e confirme que o texto tem contraste suficiente.
3. Adicione um diapositivo de título com o tema e o objetivo.
4. Crie dois diapositivos de desenvolvimento, cada um com uma ideia principal.
5. Termine com a conclusão ou a ação que pretende do público.
6. Guarde o ficheiro com um nome claro e ensaie a apresentação no modo de apresentação de diapositivos.
Nota: Os nomes de comandos e a disposição dos separadores podem variar consoante a versão e o idioma do Microsoft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1.4 Rever e apresentar
Antes de apresentar, reveja a sequência, confirme nomes e números e teste vídeos, ligações ou outros elementos inseridos. Ensaiar ajuda a ajustar o tempo e a explicar a mensagem sem ler os diapositivos.
1. Apresente a sequência completa do início ao fim.
2. Confirme que cada diapositivo prepara o seguinte.
3. Verifique ortografia, números e fontes dos dados.
4. Confirme que os elementos multimédia funcionam no computador da apresentação.
5. Termine com uma conclusão e reserve tempo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ATC · Apresentar o tema no primeiro diapositivo
O título e uma frase de apoio orientam o público.
[Figura] Captura própria ATC · Microsoft PowerPoint para a Web · Português (Portugal).
1. Selecione a primeira miniatura à esquerda.
2. Escreva um título que identifique o tema.
3. Acrescente uma frase curta que explique o propósito.
Dica: O diapositivo apresenta Formação Digital ATC e uma mensagem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ATC · Organizar os objetivos da apresentação
O segundo diapositivo comunica três objetivos em frases curtas.
[Figura] Captura própria ATC · Microsoft PowerPoint para a Web · Português (Portugal).
1. Selecione a segunda miniatura.
2. Use um título informativo: Objetivos da formação.
3. Liste apenas os objetivos essenciais, com uma ideia por linha.
Dica: Confirme que o título e os três objetivos são legíveis e seguem uma ordem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
Defina a mensagem e o público antes de criar os diapositivos.
Organize a apresentação em abertura, desenvolvimento e conclusão.
Use uma ideia principal por diapositivo.
Escolha elementos visuais pela sua utilidade e mantenha o texto legível.
Ensaie, reveja e teste a apresentação antes de a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prático · Apresentar uma melhoria simples (20 min)
Crie uma apresentação de quatro diapositivos
1. Escolha uma melhoria simples para um processo de formação ou de trabalho.
2. Escreva o objetivo da apresentação numa frase.
3. Crie quatro diapositivos: título, situação atual, proposta e próximo passo.
4. Use uma ideia principal por diapositivo e escolha um visual que apoie a mensagem.
5. Apresente em voz alta e reveja a clareza, o tempo e a legibilidade.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Diapositivo: Cada ecrã individual de uma apresentação.
Modelo: Estrutura visual predefinida que pode ser aplicada a uma apresentação.
Tema: Conjunto coordenado de cores, tipos de letra e efeitos visuais.
Mensagem principal: Ideia que o público deve compreender e recordar.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Lembre os formandos de que o manual, os vídeos e o guia por voz estão disponíveis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000" dirty="0"/>
          </a:p>
        </p:txBody>
      </p:sp>
      <p:pic>
        <p:nvPicPr>
          <p:cNvPr id="3" name="Image 0" descr="/home/user/atc_lms/static/logo-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Microsoft PowerPoint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">
    <p:bg>
      <p:bgPr>
        <a:solidFill>
          <a:srgbClr val="E8E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Microsoft PowerPoint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5888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MANUAL DO FORMANDO · MÓDULO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58885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PowerPoint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58885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Primeiros passos no PowerPoint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5888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EE6"/>
                </a:solidFill>
              </a:rPr>
              <a:t>Estruturar ideias e comunicar com diapositivos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58885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Luanda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DEE6"/>
                </a:solidFill>
              </a:rPr>
              <a:t>Versão 1.0 — módulo de amostra ATC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60887" y="822960"/>
            <a:ext cx="478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OLÁ, SOU O MIGUEL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60887" y="1143000"/>
            <a:ext cx="4782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módulo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60887" y="2103120"/>
            <a:ext cx="4782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apresentação eficaz ajuda o público a compreender uma ideia. Antes de escolher cores ou animações, defina a mensagem, conheça o público e organize o conteúdo numa sequência simples.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60887" y="4709160"/>
            <a:ext cx="141117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60887" y="4800600"/>
            <a:ext cx="141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952327" y="5468112"/>
            <a:ext cx="122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sessão presencial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6383" y="4709160"/>
            <a:ext cx="141117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546383" y="4800600"/>
            <a:ext cx="141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637823" y="5468112"/>
            <a:ext cx="122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vídeo-aulas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31879" y="4709160"/>
            <a:ext cx="141117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231879" y="4800600"/>
            <a:ext cx="141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0323319" y="5468112"/>
            <a:ext cx="122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temas neste módulo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módulo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7091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rgbClr val="0B2137"/>
            </a:solidFill>
            <a:prstDash val="solid"/>
          </a:ln>
        </p:spPr>
      </p:sp>
      <p:pic>
        <p:nvPicPr>
          <p:cNvPr id="4" name="Image 0" descr="Helena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final deste módulo,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ser capaz de: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Helena · guia virtual ATC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06240" y="14264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07408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0740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14264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Identificar a finalidade e o público de uma apresentação.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23408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7408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0740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3408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Organizar uma mensagem em abertura, desenvolvimento e conclusão.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06240" y="32552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07408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074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32552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Criar diapositivos com uma ideia principal por ecrã.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06240" y="41696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07408" y="4343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0740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41696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Escolher texto e elementos visuais legíveis e relevantes.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06240" y="50840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07408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0740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50840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Ensaiar e rever uma apresentação antes de a apresentar.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888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MÓDULO 1 · PRIMEIROS PASSOS NO POWERPOINT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8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148840"/>
            <a:ext cx="52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Começar pela mensagem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15768"/>
            <a:ext cx="52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diapositivo, uma ideia principal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826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82696"/>
            <a:ext cx="52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Criar uma apresentação simples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9624"/>
            <a:ext cx="52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Rever e apresentar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16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16552"/>
            <a:ext cx="52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Exemplo ATC · Apresentar o tema no primeiro diapositivo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983480"/>
            <a:ext cx="5248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Exemplo ATC · Organizar os objetivos da apresentação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Começar pela mensagem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Esquema animado ATC: três partes organizam a mensagem de uma apresent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Esquema animado ATC: três partes organizam a mensagem de uma apresentação.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apresentação começa com uma pergunta: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 que deve o público compreender ou fazer no final?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Escreva essa resposta numa frase curta. Use-a para decidir que informação incluir e que informação pode ficar de fora.</a:t>
            </a:r>
            <a:endParaRPr lang="en-US" sz="1400" dirty="0"/>
          </a:p>
        </p:txBody>
      </p:sp>
      <p:sp>
        <p:nvSpPr>
          <p:cNvPr id="7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8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 não conseguir resumir o objetivo numa frase, simplifique a apresentação antes de abrir o Microsoft PowerPoint.</a:t>
            </a:r>
            <a:endParaRPr lang="en-US" sz="1300" dirty="0"/>
          </a:p>
        </p:txBody>
      </p:sp>
      <p:pic>
        <p:nvPicPr>
          <p:cNvPr id="10" name="Image 2" descr="Ícone de identificação do Microsoft PowerPoint, réplica visual fornecida para este curso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Um diapositivo, uma ideia principal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Esquema animado ATC: título com mensagem, poucos pontos de apoio e um elemento visual úti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Esquema animado ATC: título com mensagem, poucos pontos de apoio e um elemento visual útil.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diapositivo deve ter uma função clara. Um título informativo ajuda o público a perceber a conclusão, e não apenas o tema. Prefira frases curtas e use uma imagem, um gráfico ou um diagrama apenas quando acrescentar informação.</a:t>
            </a:r>
            <a:endParaRPr lang="en-US" sz="1400" dirty="0"/>
          </a:p>
        </p:txBody>
      </p:sp>
      <p:sp>
        <p:nvSpPr>
          <p:cNvPr id="7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pic>
        <p:nvPicPr>
          <p:cNvPr id="8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Atenção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Evite colocar todo o discurso no diapositivo. O público deve conseguir ouvir e acompanhar a mensagem sem ler blocos extensos de texto.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60887" y="822960"/>
            <a:ext cx="478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TEMA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60887" y="1143000"/>
            <a:ext cx="4782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uma apresentação simples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60887" y="2121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60887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63807" y="2103120"/>
            <a:ext cx="427924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Abra o Microsoft PowerPoint e crie uma apresentação em branco.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60887" y="27238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60887" y="272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63807" y="2705608"/>
            <a:ext cx="427924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Escolha um tema simples e confirme que o texto tem contraste suficiente.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60887" y="33263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60887" y="3326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3807" y="3308096"/>
            <a:ext cx="427924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Adicione um diapositivo de título com o tema e o objetivo.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60887" y="392887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60887" y="3928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63807" y="3910584"/>
            <a:ext cx="427924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Crie dois diapositivos de desenvolvimento, cada um com uma ideia principal.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60887" y="4531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60887" y="4531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3807" y="4513072"/>
            <a:ext cx="427924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Termine com a conclusão ou a ação que pretende do público.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60887" y="513384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60887" y="5133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3807" y="5115560"/>
            <a:ext cx="4279248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Guarde o ficheiro com um nome claro e ensaie a apresentação no modo de apresentação de diapositivos.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88018" y="822960"/>
            <a:ext cx="5855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TEMA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788018" y="1143000"/>
            <a:ext cx="58550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 e apresentar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88018" y="2103120"/>
            <a:ext cx="5855038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Antes de apresentar, reveja a sequência, confirme nomes e números e teste vídeos, ligações ou outros elementos inseridos. Ensaiar ajuda a ajustar o tempo e a explicar a mensagem sem ler os diapositivos.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88018" y="325323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88018" y="325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90938" y="3234944"/>
            <a:ext cx="53521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Apresente a sequência completa do início ao fim.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88018" y="37652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88018" y="376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90938" y="3747008"/>
            <a:ext cx="53521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 que cada diapositivo prepara o seguinte.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88018" y="427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88018" y="427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90938" y="4259072"/>
            <a:ext cx="53521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Verifique ortografia, números e fontes dos dados.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88018" y="478942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88018" y="478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90938" y="4771136"/>
            <a:ext cx="535211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 que os elementos multimédia funcionam no computador da apresentação.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88018" y="539191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88018" y="539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90938" y="5373624"/>
            <a:ext cx="5352118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Termine com uma conclusão e reserve tempo para perguntas.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ATC: Apresentar o tema no primeiro diapositivo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5177" y="1261872"/>
            <a:ext cx="5882045" cy="4517136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ATC · Microsoft PowerPoint para a Web · Português (Portugal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85" y="1325880"/>
            <a:ext cx="5754029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ATC · Microsoft PowerPoint para a Web · Português (Portugal).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título e uma frase de apoio orientam o público.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2116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116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098040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Selecione a primeira miniatura à esquerda.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89520" y="271881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2718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700528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Escreva um título que identifique o tema.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33213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321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303016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Acrescente uma frase curta que explique o propósito.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7589520" y="512064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7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257800"/>
            <a:ext cx="777240" cy="7772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714232" y="5193792"/>
            <a:ext cx="2788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 diapositivo apresenta Formação Digital ATC e uma mensagem de apoio.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ATC: Organizar os objetivos da apresentação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5177" y="1261872"/>
            <a:ext cx="5882045" cy="4517136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ATC · Microsoft PowerPoint para a Web · Português (Portugal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85" y="1325880"/>
            <a:ext cx="5754029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ATC · Microsoft PowerPoint para a Web · Português (Portugal).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segundo diapositivo comunica três objetivos em frases curtas.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2116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116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098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Selecione a segunda miniatura.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89520" y="262839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2628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610104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um título informativo: Objetivos da formação.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32308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230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212592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Liste apenas os objetivos essenciais, com uma ideia por linha.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7589520" y="512064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7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257800"/>
            <a:ext cx="777240" cy="7772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714232" y="5193792"/>
            <a:ext cx="2788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da Helena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Confirme que o título e os três objetivos são legíveis e seguem uma ordem clara.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7544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PARA 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7544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módulo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Defina a mensagem e o público antes de criar os diapositivos.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4843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48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02712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Organize a apresentação em abertura, desenvolvimento e conclusão.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2304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0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56584"/>
            <a:ext cx="52515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uma ideia principal por diapositivo.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2409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2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78376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Escolha elementos visuais pela sua utilidade e mantenha o texto legível.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7796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77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32248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Ensaie, reveja e teste a apresentação antes de a apresentar.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prático: Apresentar uma melhoria simples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4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minutos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Crie uma apresentação de quatro diapositivos</a:t>
            </a:r>
            <a:endParaRPr lang="en-US" sz="1400" dirty="0"/>
          </a:p>
        </p:txBody>
      </p:sp>
      <p:pic>
        <p:nvPicPr>
          <p:cNvPr id="7" name="Image 0" descr="Helena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25196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Prática com a Helena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69080" y="14356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417320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Escolha uma melhoria simples para um processo de formação ou de trabalho.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69080" y="209804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2098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079752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Escreva o objetivo da apresentação numa frase.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69080" y="261010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69080" y="2610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591816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Crie quatro diapositivos: título, situação atual, proposta e próximo passo.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69080" y="32725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69080" y="327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254248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uma ideia principal por diapositivo e escolha um visual que apoie a mensagem.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69080" y="39349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69080" y="3934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916680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Apresente em voz alta e reveja a clareza, o tempo e a legibilidade.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Glossário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Diapositivo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ecrã individual de uma apresentação.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Estrutura visual predefinida que pode ser aplicada a uma apresentação.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Conjunto coordenado de cores, tipos de letra e efeitos visuais.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Mensagem principal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Ideia que o público deve compreender e recordar.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887" y="6400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60887" y="2011680"/>
            <a:ext cx="4782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hoje.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mais longe amanhã.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860887" y="3840480"/>
            <a:ext cx="4782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6"/>
                </a:solidFill>
              </a:rPr>
              <a:t>Continue o módulo 1 na plataforma ATC: vídeo-aulas, manual completo e o seu guia virtual.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860887" y="5760720"/>
            <a:ext cx="4782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Luanda, Angola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C Formação">
  <a:themeElements>
    <a:clrScheme name="ATC Formação">
      <a:dk1>
        <a:srgbClr val="1D2733"/>
      </a:dk1>
      <a:lt1>
        <a:srgbClr val="FFFFFF"/>
      </a:lt1>
      <a:dk2>
        <a:srgbClr val="0B2137"/>
      </a:dk2>
      <a:lt2>
        <a:srgbClr val="F2F4F7"/>
      </a:lt2>
      <a:accent1>
        <a:srgbClr val="DA6D24"/>
      </a:accent1>
      <a:accent2>
        <a:srgbClr val="C43E1C"/>
      </a:accent2>
      <a:accent3>
        <a:srgbClr val="F08A3E"/>
      </a:accent3>
      <a:accent4>
        <a:srgbClr val="5F6B78"/>
      </a:accent4>
      <a:accent5>
        <a:srgbClr val="2E7D4F"/>
      </a:accent5>
      <a:accent6>
        <a:srgbClr val="B3361F"/>
      </a:accent6>
      <a:hlink>
        <a:srgbClr val="DA6D24"/>
      </a:hlink>
      <a:folHlink>
        <a:srgbClr val="8A5A3C"/>
      </a:folHlink>
    </a:clrScheme>
    <a:fontScheme name="ATC Form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ATC – Angbu Training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· Módulo 1 · Primeiros passos no PowerPoint</dc:title>
  <dc:subject>Apresentação do manual do formando</dc:subject>
  <dc:creator>ATC – Angbu Training Centre</dc:creator>
  <cp:lastModifiedBy>ATC – Angbu Training Centre</cp:lastModifiedBy>
  <cp:revision>1</cp:revision>
  <dcterms:created xsi:type="dcterms:W3CDTF">2026-10-10T21:03:12Z</dcterms:created>
  <dcterms:modified xsi:type="dcterms:W3CDTF">2026-10-10T21:03:12Z</dcterms:modified>
</cp:coreProperties>
</file>