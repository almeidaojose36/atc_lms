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bc1b11a-dec2-e8e6-0c46-52aaa590f026}">
          <p14:sldIdLst>
            <p14:sldId id="256"/>
            <p14:sldId id="257"/>
            <p14:sldId id="258"/>
            <p14:sldId id="259"/>
          </p14:sldIdLst>
        </p14:section>
        <p14:section name="Conteúdos" id="{4f3ca444-2e3c-2e2c-0c08-08a6efa59505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onsolidação" id="{4ee1994b-8455-ad93-70fd-c802eb271c69}">
          <p14:sldIdLst>
            <p14:sldId id="267"/>
            <p14:sldId id="268"/>
            <p14:sldId id="269"/>
          </p14:sldIdLst>
        </p14:section>
        <p14:section name="Encerramento" id="{6980d34a-7c2c-9c31-4ee9-8682b6eff84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módulo 1 do curso Microsoft Excel. Miguel é o guia virtual que acompanha os formandos na plataforma ATC.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Microsoft Excel é uma aplicação de folhas de cálculo. Permite organizar informação em linhas e colunas, efetuar cálculos e apresentar dados em gráficos. Neste módulo, vai praticar com um pequeno registo de despesas de formação em kwanzas.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Objetivos:
1. Explicar para que serve uma folha de cálculo e distinguir livro, folha e célula.
2. Criar um livro em branco e identificar uma célula pelo endereço.
3. Introduzir texto e números e avançar entre células com Enter ou Tab.
4. Usar o preenchimento automático para prolongar uma série simples.
5. Reconhecer que gráficos e formatação condicional ajudam a interpretar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Temas do módulo:
1.1 O que é o Excel?
1.2 Criar um livro e selecionar uma célula
1.3 Introduzir texto e números
1.4 Preencher uma série automaticamente
1.5 Transformar dados em informação
Exemplo ATC · Ler uma tabela de materiais
Exemplo ATC · Localizar a Soma Automática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O que é o Excel?
[Figura] Ícone de identificação do Microsoft Excel, réplica visual fornecida para este curso.
O Microsoft Excel é uma aplicação de folhas de cálculo. Uma folha está organizada em colunas (identificadas por letras) e linhas (identificadas por números). O cruzamento de uma coluna com uma linha forma uma célula.
Termo | Significado | Exemplo
Livro | Ficheiro de trabalho do Excel; pode conter várias folhas. | Registo de despesas.xlsx
Folha | Uma página de células dentro do livro. | Janeiro
Célula | Espaço onde se introduz um valor ou uma fórmula. | B4 é a coluna B, linha 4
Intervalo | Conjunto de uma ou mais células. | B2:B8
O Excel ajuda a efetuar cálculos, pode sugerir gráficos adequados aos dados e permite realçar tendências com barras de dados, escalas de cores e conjuntos de ícones. Os resultados dependem dos dados e das fórmulas introduzidas; confirme sempre se fazem sentido.
[Figura] Esquema animado ATC: um livro contém folhas; cada folha organiza células em linhas e colunas.
Dica: Os nomes dos separadores, botões e funções podem variar ligeiramente conforme a versão do Microsoft Excel e o idioma instalado. Neste manual usamos os termos da interface em português europeu.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 Criar um livro e selecionar uma célula
Abra o Microsoft Excel e escolha Livro em branco. Também pode criar um livro com Ctrl+N. A grelha que aparece é uma folha de cálculo pronta a receber dados.
1. Abra o Microsoft Excel.
2. Escolha Livro em branco.
3. Clique numa célula, por exemplo A1. A referência da célula combina a letra da coluna com o número da linha.
4. Introduza um título, como Despesas de formação ATC, e prima Enter.
5. Guarde o ficheiro com um nome claro, por exemplo Registo de despesas.xlsx.
[Figura] Esquema animado ATC: criar um livro e começar na célula A1.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1.3 Introduzir texto e números
Selecione uma célula vazia, escreva o conteúdo e prima Enter ou Tab. Enter confirma a entrada e normalmente avança para a célula seguinte na coluna; Tab confirma e avança para a célula à direita. Pode escrever palavras, datas ou números.
[Figura] Esquema animado ATC: preencher uma tabela simples de despesas em kwanzas.
1. Na célula A1, escreva Despesa; na B1, escreva Valor (Kz).
2. Na célula A2, escreva Caderno; em B2, escreva 2500.
3. Na linha seguinte, registe Transporte e 6000.
4. Na terceira linha, registe Dados móveis e 3500.
5. Confirme os valores e guarde o livro.
Atenção: Não introduza dados pessoais ou financeiros reais em ficheiros de demonstração. Use apenas valores de exemplo durante 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1.4 Preencher uma série automaticamente
Quando reconhece um padrão, o Excel pode continuar uma série. Para criar uma sequência mensal, escreva Jan e Fev em duas células adjacentes, selecione ambas e arraste a alça de preenchimento — o pequeno quadrado no canto inferior direito da seleção — na direção pretendida.
[Figura] Esquema animado ATC: selecionar os dois primeiros meses e arrastar a alça para continuar a série.
1. Escreva Jan numa célula e Fev na célula imediatamente à direita.
2. Selecione as duas células.
3. Aponte para a alça de preenchimento até o ponteiro mudar.
4. Arraste para a direita até ao mês pretendido.
5. Verifique se o padrão continuou corretamente.
Dica: Com apenas um valor selecionado, o Excel pode copiar esse valor em vez de continuar uma série. Para indicar o padrão, selecione os dois primeiros valores antes de arrastar.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Transformar dados em informação
Depois de organizar os dados, pode aplicar fórmulas para calcular totais, criar um gráfico para comparar categorias ou usar formatação condicional para destacar valores. O Excel também pode apresentar recomendações de gráficos com base nos dados selecionados.
Necessidade | Recurso do Excel | Exemplo de utilização
Calcular | Fórmula ou função | Somar as despesas registadas
Comparar categorias | Gráfico | Ver qual despesa tem o maior valor
Encontrar valores fora do padrão | Formatação condicional | Realçar despesas acima de um limite
Este módulo limita-se à introdução de dados. Nos módulos seguintes, o curso irá desenvolver fórmulas, funções, gráficos e apresentação de resultados.
[Figura] Captura própria ATC no Microsoft Excel para a Web, em português de Portugal: introduzir =SOMA(D2:D4) com materiais fictícios de formação.
[Figura] Captura própria ATC: resultado da soma, 41 000 Kz. Demonstração das próximas competências; exercício introdutório mantém-se sem fórmulas.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ATC · Ler uma tabela de materiais
A folha ATC regista quantidades, preços e totais em kwanzas.
[Figura] Captura própria ATC · Microsoft Excel para a Web · Português (Portugal).
1. Identifique os cabeçalhos Material, Quantidade, Preço (Kz) e Total (Kz).
2. Selecione D5, a célula do total.
3. Compare o valor 41 000 com a fórmula apresentada na barra de fórmulas.
Dica: A célula D5 contém =SOMA(D2:D4) e apresenta 41 000.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ATC · Localizar a Soma Automática
O separador Fórmulas reúne funções para calcular resultados.
[Figura] Captura própria ATC · Microsoft Excel para a Web · Português (Portugal).
1. Abra o separador Fórmulas.
2. Localize Soma Automática, identificada pelo símbolo Σ.
3. Ao praticar numa célula vazia, confirme sempre o intervalo proposto antes de premir Enter.
Dica: Nesta captura, o cálculo já está concluído; o separador mostra onde encontrar a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
Um livro do Excel pode conter várias folhas.
As células são identificadas pela coluna e pela linha, como A1 ou C5.
Enter ou Tab confirma uma entrada e move a seleção.
Selecionar dois valores permite ao preenchimento automático continuar uma série.
Fórmulas, gráficos e formatação condicional ajudam a analisar e comunicar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prático · Registo de despesas de formação (15 min)
Crie um livro novo no Microsoft Excel
1. Crie um livro em branco e guarde-o como Despesas_ATC.xlsx.
2. Introduza os cabeçalhos Despesa e Valor (Kz).
3. Registe três despesas fictícias: Caderno (2500), Transporte (6000) e Dados móveis (3500).
4. Crie uma segunda folha e preencha os meses de Jan a Jun usando o preenchimento automático.
5. Guarde o ficheiro e confirme que as duas folhas aparecem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Alça de preenchimento: Pequeno quadrado no canto inferior direito da seleção, usado para copiar valores ou continuar séries.
Célula: Unidade individual da grelha, identificada pela coluna e linha.
Livro: Ficheiro do Excel que pode conter uma ou mais folhas de cálculo.
Folha de cálculo: Grelha de linhas e colunas onde se organizam os dados.
Formatação condicional: Regras visuais que realçam células consoante os seus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Lembre os formandos de que o manual, os vídeos e o guia por voz estão disponíveis na plataforma ATC.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000" dirty="0"/>
          </a:p>
        </p:txBody>
      </p:sp>
      <p:pic>
        <p:nvPicPr>
          <p:cNvPr id="3" name="Image 0" descr="/home/user/atc_lms/static/logo-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Microsoft Excel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a">
    <p:bg>
      <p:bgPr>
        <a:solidFill>
          <a:srgbClr val="E8E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Microsoft Excel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65960"/>
            <a:ext cx="4949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MANUAL DO FORMANDO · MÓDULO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86000"/>
            <a:ext cx="4949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0"/>
            <a:ext cx="49498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Primeiros passos no Excel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49498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EE6"/>
                </a:solidFill>
              </a:rPr>
              <a:t>Folhas de cálculo para organizar e compreender dados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49498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Luanda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5DEE6"/>
                </a:solidFill>
              </a:rPr>
              <a:t>Versão 1.0 — módulo introdutório ATC ·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19519" y="822960"/>
            <a:ext cx="5123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OLÁ, SOU A HELENA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19519" y="1143000"/>
            <a:ext cx="5123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 ao módulo 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19519" y="2103120"/>
            <a:ext cx="51235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Microsoft Excel é uma aplicação de folhas de cálculo. Permite organizar informação em linhas e colunas, efetuar cálculos e apresentar dados em gráficos. Neste módulo, vai praticar com um pequeno registo de despesas de formação em kwanzas.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19519" y="4709160"/>
            <a:ext cx="1524965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19519" y="4800600"/>
            <a:ext cx="15249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610959" y="5468112"/>
            <a:ext cx="1342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sessão presencial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18805" y="4709160"/>
            <a:ext cx="1524965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18805" y="4800600"/>
            <a:ext cx="15249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410245" y="5468112"/>
            <a:ext cx="1342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vídeo-aulas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118090" y="4709160"/>
            <a:ext cx="1524965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118090" y="4800600"/>
            <a:ext cx="15249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0209530" y="5468112"/>
            <a:ext cx="1342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temas neste módulo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do módulo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47091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rgbClr val="0B2137"/>
            </a:solidFill>
            <a:prstDash val="solid"/>
          </a:ln>
        </p:spPr>
      </p:sp>
      <p:pic>
        <p:nvPicPr>
          <p:cNvPr id="4" name="Image 0" descr="Miguel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931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final deste módulo,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ser capaz de: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Miguel · guia virtual ATC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06240" y="14264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07408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0740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14264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para que serve uma folha de cálculo e distinguir livro, folha e célula.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06240" y="23408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7408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0740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3408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Criar um livro em branco e identificar uma célula pelo endereço.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06240" y="32552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07408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0740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74920" y="32552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Introduzir texto e números e avançar entre células com Enter ou Tab.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206240" y="41696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07408" y="4343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07408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74920" y="41696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Usar o preenchimento automático para prolongar uma série simples.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06240" y="508406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07408" y="5257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07408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5084064"/>
            <a:ext cx="6355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Reconhecer que gráficos e formatação condicional ajudam a interpretar dados.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949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MÓDULO 1 · PRIMEIROS PASSOS NO EXCEL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9498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148840"/>
            <a:ext cx="4309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que é o Excel?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715768"/>
            <a:ext cx="4309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Criar um livro e selecionar uma célula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8269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282696"/>
            <a:ext cx="4309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Introduzir texto e números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962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49624"/>
            <a:ext cx="4309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Preencher uma série automaticamente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165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416552"/>
            <a:ext cx="4309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Transformar dados em informação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834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983480"/>
            <a:ext cx="4309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Exemplo ATC · Ler uma tabela de materiais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504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550408"/>
            <a:ext cx="4309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Exemplo ATC · Localizar a Soma Automática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O que é o Excel?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Esquema animado ATC: um livro contém folhas; cada folha organiza células em linhas e colun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Esquema animado ATC: um livro contém folhas; cada folha organiza células em linhas e colunas.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Microsoft Excel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é uma aplicação de folhas de cálculo. Uma folha está organizada em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colunas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(identificadas por letras) 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linhas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(identificadas por números). O cruzamento de uma coluna com uma linha forma uma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célula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Cartão de dica"/>
          <p:cNvSpPr/>
          <p:nvPr/>
        </p:nvSpPr>
        <p:spPr>
          <a:xfrm>
            <a:off x="7589520" y="4378706"/>
            <a:ext cx="4069080" cy="1793494"/>
          </a:xfrm>
          <a:prstGeom prst="roundRect">
            <a:avLst>
              <a:gd name="adj" fmla="val 611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8" name="Image 1" descr="Helena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886833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14232" y="4451858"/>
            <a:ext cx="2788920" cy="164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da Helena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Os nomes dos separadores, botões e funções podem variar ligeiramente conforme a versão do Microsoft Excel e o idioma instalado. Neste manual usamos os termos da interface em português europeu.</a:t>
            </a:r>
            <a:endParaRPr lang="en-US" sz="1300" dirty="0"/>
          </a:p>
        </p:txBody>
      </p:sp>
      <p:pic>
        <p:nvPicPr>
          <p:cNvPr id="10" name="Image 2" descr="Ícone de identificação do Microsoft Excel, réplica visual fornecida para este curso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Criar um livro e selecionar uma célula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Esquema animado ATC: criar um livro e começar na célula A1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Esquema animado ATC: criar um livro e começar na célula A1.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130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Abra 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Microsoft Excel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 escolha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Livro em branco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Também pode criar um livro com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Ctrl+N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A grelha que aparece é uma folha de cálculo pronta a receber dados.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Introduzir texto e números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Esquema animado ATC: preencher uma tabela simples de despesas em kwanz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Esquema animado ATC: preencher uma tabela simples de despesas em kwanzas.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Selecione uma célula vazia, escreva o conteúdo e prima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Enter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ou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Enter confirma a entrada e normalmente avança para a célula seguinte na coluna; Tab confirma e avança para a célula à direita. Pode escrever palavras, datas ou números.</a:t>
            </a:r>
            <a:endParaRPr lang="en-US" sz="1400" dirty="0"/>
          </a:p>
        </p:txBody>
      </p:sp>
      <p:sp>
        <p:nvSpPr>
          <p:cNvPr id="7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pic>
        <p:nvPicPr>
          <p:cNvPr id="8" name="Image 1" descr="Helena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Atenção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Não introduza dados pessoais ou financeiros reais em ficheiros de demonstração. Use apenas valores de exemplo durante a prática.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Preencher uma série automaticamente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Esquema animado ATC: selecionar os dois primeiros meses e arrastar a alça para continuar a séri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Esquema animado ATC: selecionar os dois primeiros meses e arrastar a alça para continuar a série.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reconhece um padrão, o Excel pode continuar uma série. Para criar uma sequência mensal, escreva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Fev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em duas células adjacentes, selecione ambas e arraste 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alça de preenchimento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o pequeno quadrado no canto inferior direito da seleção — na direção pretendida.</a:t>
            </a:r>
            <a:endParaRPr lang="en-US" sz="1400" dirty="0"/>
          </a:p>
        </p:txBody>
      </p:sp>
      <p:sp>
        <p:nvSpPr>
          <p:cNvPr id="7" name="Cartão de dica"/>
          <p:cNvSpPr/>
          <p:nvPr/>
        </p:nvSpPr>
        <p:spPr>
          <a:xfrm>
            <a:off x="7589520" y="4378706"/>
            <a:ext cx="4069080" cy="1793494"/>
          </a:xfrm>
          <a:prstGeom prst="roundRect">
            <a:avLst>
              <a:gd name="adj" fmla="val 611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8" name="Image 1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886833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14232" y="4451858"/>
            <a:ext cx="2788920" cy="164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do Miguel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Com apenas um valor selecionado, o Excel pode copiar esse valor em vez de continuar uma série. Para indicar o padrão, selecione os dois primeiros valores antes de arrastar.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Transformar dados em informação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4632" y="2227096"/>
            <a:ext cx="3351276" cy="2586689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Captura própria ATC no Microsoft Excel para a Web, em português de Portugal: introduzir =SOMA(D2:D4) com materiais fictícios de form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91104"/>
            <a:ext cx="3223260" cy="245867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6492" y="2227096"/>
            <a:ext cx="3351276" cy="2586689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6" name="Image 1" descr="Captura própria ATC: resultado da soma, 41 000 Kz. Demonstração das próximas competências; exercício introdutório mantém-se sem fórmula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2291104"/>
            <a:ext cx="3223260" cy="245867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Captura própria ATC no Microsoft Excel para a Web, em português de Portugal: introduzir =SOMA(D2:D4) com materiais fictícios de formação.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589520" y="1325880"/>
            <a:ext cx="406908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Depois de organizar os dados, pode aplicar fórmulas para calcular totais, criar um gráfico para comparar categorias ou usar formatação condicional para destacar valores. O Excel também pode apresentar recomendações de gráficos com base nos dados selecionados.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3087116"/>
            <a:ext cx="4069080" cy="308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Calcular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Fórmula ou função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Comparar categorias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Gráfico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Encontrar valores fora do padrão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Formatação condicional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ATC: Ler uma tabela de materiais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45177" y="1261872"/>
            <a:ext cx="5882045" cy="4517136"/>
          </a:xfrm>
          <a:prstGeom prst="roundRect">
            <a:avLst>
              <a:gd name="adj" fmla="val 1215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Captura própria ATC · Microsoft Excel para a Web · Português (Portugal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85" y="1325880"/>
            <a:ext cx="5754029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Captura própria ATC · Microsoft Excel para a Web · Português (Portugal).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folha ATC regista quantidades, preços e totais em kwanzas.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89520" y="211632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116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098040"/>
            <a:ext cx="3566160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Identifique os cabeçalhos Material, Quantidade, Preço (Kz) e Total (Kz).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89520" y="292862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29286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9103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Selecione D5, a célula do total.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89520" y="34406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34406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422396"/>
            <a:ext cx="3566160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o valor 41 000 com a fórmula apresentada na barra de fórmulas.</a:t>
            </a:r>
            <a:endParaRPr lang="en-US" sz="1400" dirty="0"/>
          </a:p>
        </p:txBody>
      </p:sp>
      <p:sp>
        <p:nvSpPr>
          <p:cNvPr id="16" name="Cartão de dica"/>
          <p:cNvSpPr/>
          <p:nvPr/>
        </p:nvSpPr>
        <p:spPr>
          <a:xfrm>
            <a:off x="7589520" y="512064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7" name="Image 1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257800"/>
            <a:ext cx="777240" cy="7772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714232" y="5193792"/>
            <a:ext cx="2788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do Miguel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célula D5 contém =SOMA(D2:D4) e apresenta 41 000.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ATC: Localizar a Soma Automática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45177" y="1261872"/>
            <a:ext cx="5882045" cy="4517136"/>
          </a:xfrm>
          <a:prstGeom prst="roundRect">
            <a:avLst>
              <a:gd name="adj" fmla="val 1215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4" name="Image 0" descr="Captura própria ATC · Microsoft Excel para a Web · Português (Portugal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85" y="1325880"/>
            <a:ext cx="5754029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Captura própria ATC · Microsoft Excel para a Web · Português (Portugal).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325880"/>
            <a:ext cx="40690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separador Fórmulas reúne funções para calcular resultados.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89520" y="211632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116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098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Abra o separador Fórmulas.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89520" y="2628392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2628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610104"/>
            <a:ext cx="3566160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Localize Soma Automática, identificada pelo símbolo Σ.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89520" y="32308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3230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212592"/>
            <a:ext cx="3566160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Ao praticar numa célula vazia, confirme sempre o intervalo proposto antes de premir Enter.</a:t>
            </a:r>
            <a:endParaRPr lang="en-US" sz="1400" dirty="0"/>
          </a:p>
        </p:txBody>
      </p:sp>
      <p:sp>
        <p:nvSpPr>
          <p:cNvPr id="16" name="Cartão de dica"/>
          <p:cNvSpPr/>
          <p:nvPr/>
        </p:nvSpPr>
        <p:spPr>
          <a:xfrm>
            <a:off x="7589520" y="4963160"/>
            <a:ext cx="4069080" cy="1209040"/>
          </a:xfrm>
          <a:prstGeom prst="roundRect">
            <a:avLst>
              <a:gd name="adj" fmla="val 907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7" name="Image 1" descr="Helena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179060"/>
            <a:ext cx="777240" cy="7772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714232" y="5036312"/>
            <a:ext cx="2788920" cy="106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da Helena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Nesta captura, o cálculo já está concluído; o separador mostra onde encontrar a função.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12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PARA 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120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módulo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561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livro do Excel pode conter várias folhas.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770632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células são identificadas pela coluna e pela linha, como A1 ou C5.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70224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70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24504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Enter ou Tab confirma uma entrada e move a seleção.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24096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2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78376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Selecionar dois valores permite ao preenchimento automático continuar uma série.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07796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77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32248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Fórmulas, gráficos e formatação condicional ajudam a analisar e comunicar dados.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prático: Registo de despesas de formação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441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minutos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Crie um livro novo no Microsoft Excel</a:t>
            </a:r>
            <a:endParaRPr lang="en-US" sz="1400" dirty="0"/>
          </a:p>
        </p:txBody>
      </p:sp>
      <p:pic>
        <p:nvPicPr>
          <p:cNvPr id="7" name="Image 0" descr="Miguel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425196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69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Prática com o Miguel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69080" y="143560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41732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Crie um livro em branco e guarde-o como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Despesas_ATC.xlsx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69080" y="1947672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6908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1929384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Introduza os cabeçalhos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Despesa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Valor (Kz)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69080" y="245973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6908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2441448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Registe três despesas fictícias: Caderno (2500), Transporte (6000) e Dados móveis (3500).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69080" y="31221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69080" y="3122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103880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Crie uma segunda folha e preencha os meses de Jan a Jun usando o preenchimento automático.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069080" y="378460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69080" y="378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766312"/>
            <a:ext cx="708660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Guarde o ficheiro e confirme que as duas folhas aparecem no livro.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Glossário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Alça de preenchimento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Pequeno quadrado no canto inferior direito da seleção, usado para copiar valores ou continuar séries.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488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Unidade individual da grelha, identificada pela coluna e linha.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488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Ficheiro do Excel que pode conter uma ou mais folhas de cálculo.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Folha de cálculo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Grelha de linhas e colunas onde se organizam os dados.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2816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2480" y="411480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Formatação condicional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02480" y="466344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Regras visuais que realçam células consoante os seus valores.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519" y="64008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19519" y="2011680"/>
            <a:ext cx="5123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hoje.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mais longe amanhã.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519519" y="3840480"/>
            <a:ext cx="5123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EE6"/>
                </a:solidFill>
              </a:rPr>
              <a:t>Continue o módulo 1 na plataforma ATC: vídeo-aulas, manual completo e o seu guia virtual.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519519" y="5760720"/>
            <a:ext cx="5123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Luanda, Angola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C Formação">
  <a:themeElements>
    <a:clrScheme name="ATC Formação">
      <a:dk1>
        <a:srgbClr val="1D2733"/>
      </a:dk1>
      <a:lt1>
        <a:srgbClr val="FFFFFF"/>
      </a:lt1>
      <a:dk2>
        <a:srgbClr val="0B2137"/>
      </a:dk2>
      <a:lt2>
        <a:srgbClr val="F2F4F7"/>
      </a:lt2>
      <a:accent1>
        <a:srgbClr val="DA6D24"/>
      </a:accent1>
      <a:accent2>
        <a:srgbClr val="217346"/>
      </a:accent2>
      <a:accent3>
        <a:srgbClr val="F08A3E"/>
      </a:accent3>
      <a:accent4>
        <a:srgbClr val="5F6B78"/>
      </a:accent4>
      <a:accent5>
        <a:srgbClr val="2E7D4F"/>
      </a:accent5>
      <a:accent6>
        <a:srgbClr val="B3361F"/>
      </a:accent6>
      <a:hlink>
        <a:srgbClr val="DA6D24"/>
      </a:hlink>
      <a:folHlink>
        <a:srgbClr val="8A5A3C"/>
      </a:folHlink>
    </a:clrScheme>
    <a:fontScheme name="ATC Form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ATC – Angbu Training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Excel · Módulo 1 · Primeiros passos no Excel</dc:title>
  <dc:subject>Apresentação do manual do formando</dc:subject>
  <dc:creator>ATC – Angbu Training Centre</dc:creator>
  <cp:lastModifiedBy>ATC – Angbu Training Centre</cp:lastModifiedBy>
  <cp:revision>1</cp:revision>
  <dcterms:created xsi:type="dcterms:W3CDTF">2026-10-10T21:03:12Z</dcterms:created>
  <dcterms:modified xsi:type="dcterms:W3CDTF">2026-10-10T21:03:12Z</dcterms:modified>
</cp:coreProperties>
</file>