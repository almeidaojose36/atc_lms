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f88a7e5-7ba4-d677-e0ac-5aef6d65ce52}">
          <p14:sldIdLst>
            <p14:sldId id="256"/>
            <p14:sldId id="257"/>
            <p14:sldId id="258"/>
            <p14:sldId id="259"/>
          </p14:sldIdLst>
        </p14:section>
        <p14:section name="Conteúdos" id="{0ec6cfc6-20b9-6403-a4d6-12630708537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solidação" id="{19c52d93-618c-0d68-ab0d-03fb0c3446c0}">
          <p14:sldIdLst>
            <p14:sldId id="266"/>
            <p14:sldId id="267"/>
            <p14:sldId id="268"/>
          </p14:sldIdLst>
        </p14:section>
        <p14:section name="Encerramento" id="{c26ae73d-7b60-818b-6375-b9461895325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módulo 1 do curso CompTIA A+ (220-1201/1202). Miguel é o guia virtual que acompanha os formandos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módulo vai aprender a substituir componentes de um portátil em segurança, a ligar acessórios e redes sem fios a dispositivos móveis e a sincronizar correio, contactos e calendário. Corresponde ao domínio 1 do exame Core 1 (Dispositivos móveis).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Objetivos:
1. Preparar uma intervenção num portátil com as regras de segurança e de proteção contra descargas eletrostáticas.
2. Substituir ou acrescentar memória RAM SO-DIMM num portátil.
3. Identificar e substituir o armazenamento (SATA de 2,5 polegadas e M.2) e a placa sem fios.
4. Emparelhar um acessório Bluetooth com um telemóvel ou portátil.
5. Distinguir Wi-Fi, rede móvel, hotspot, tethering e NFC.
6. Configurar a sincronização de correio, contactos e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Temas do módulo:
1.1 Antes de abrir um portátil
1.2 Memória RAM
1.3 Armazenamento e placa sem fios
1.4 Emparelhar acessórios Bluetooth
1.5 Ligações dos dispositivos móveis
1.6 Sincronização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Antes de abrir um portátil
Um portátil tem componentes pequenos e sensíveis. Antes de qualquer intervenção, siga sempre o mesmo procedimento: é a forma de proteger o equipamento, os dados do cliente e a sua própria segurança.
1. Faça uma cópia de segurança dos dados do cliente, se o equipamento ainda arrancar.
2. Encerre o sistema operativo e desligue o carregador.
3. Desligue ou retire a bateria; nos modelos com bateria interna, desligue o conector da bateria logo que abrir a tampa.
4. Coloque a pulseira antiestática (ESD) e ligue-a a um ponto de terra; trabalhe sobre um tapete antiestático.
5. Fotografe o interior e guarde os parafusos por ordem, porque costumam ter tamanhos diferentes.
6. Consulte o manual de serviço do fabricante antes de retirar peças.
Atenção: Uma descarga eletrostática que nem sente pode danificar a memória ou a placa principal. Use sempre a pulseira antiestática.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Memória RAM
Os portáteis usam memória no formato SO-DIMM (Small Outline DIMM), mais pequena do que a DIMM dos computadores de secretária. Em muitos portáteis finos, a memória vem soldada à placa principal e não pode ser trocada.
Formato | Onde se usa | Nota
DIMM | Computadores de secretária | Módulo comprido
SO-DIMM | Portáteis e mini PC | Módulo curto; encaixa em ângulo e baixa até prender
Soldada (onboard) | Ultraportáteis e tablets | Não se substitui; confirme antes de vender um upgrade
1. Confirme no manual o tipo de memória (por exemplo DDR4 ou DDR5) e o máximo suportado.
2. Abra a tampa de acesso à memória ou a tampa inferior.
3. Afaste as duas patilhas laterais: o módulo antigo levanta-se em ângulo.
4. Encaixe o novo módulo a cerca de 30 graus, com o entalhe alinhado, e baixe-o até as patilhas prenderem.
5. Ligue o portátil e confirme a memória total nas Definições do Windows (Sistema › Acerca de).
Dica: A memória DDR4 e a DDR5 têm o entalhe em posições diferentes: um módulo de outra geração não encaixa. Nunca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Armazenamento e placa sem fios
Componente | Formato comum | O que verificar
Disco SSD ou HDD de 2,5" | SATA | Espessura (7 mm ou 9,5 mm) e o suporte do disco
SSD M.2 | M.2 SATA ou M.2 NVMe | O tipo aceite pela ranhura e o comprimento (por exemplo 2280)
Placa sem fios | M.2 (em modelos antigos, Mini PCIe) | Os cabos de antena e a compatibilidade Wi-Fi/Bluetooth
Para substituir a placa sem fios, desligue com cuidado os pequenos conectores das antenas, retire o parafuso de fixação e puxe a placa em ângulo. Na placa nova, volte a ligar as antenas nos mesmos terminais (normalmente marcados como MAIN e AUX).
Nota: Um SSD M.2 NVMe é muito mais rápido do que um SSD SATA, mas só funciona numa ranhura M.2 que suporte NVMe. Confirme sempre no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1.4 Emparelhar acessórios Bluetooth
O Bluetooth liga acessórios a curta distância (normalmente até 10 metros): auriculares, teclados, ratos, colunas e o sistema de som do carro. A primeira ligação chama-se emparelhamento.
1. Ative o Bluetooth no telemóvel ou no portátil.
2. Coloque o acessório em modo de emparelhamento (consulte as instruções; muitas vezes, mantém-se premido um botão até a luz piscar).
3. No telemóvel ou no portátil, procure dispositivos e escolha o acessório na lista.
4. Se for pedido, confirme ou introduza o código PIN.
5. Teste: reproduza som, escreva no teclado ou mova o rato.
Dica: Estas instruções são gerais. Cada fabricante pode usar botões ou passos ligeiramente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Ligações dos dispositivos móveis
Ligação | Para que serve | Exemplo
Wi-Fi | Ligar a uma rede local sem fios | O Wi-Fi do escritório
Rede móvel (4G/5G) | Dados através do operador | Navegar na rua
Hotspot | O telemóvel partilha os dados móveis por Wi-Fi | Dar Internet ao portátil numa reunião
Tethering USB | Partilhar os dados móveis por cabo | Ligação mais estável ao portátil
NFC | Comunicação a poucos centímetros | Pagamentos com o telemóvel
Bluetooth | Acessórios a curta distância | Auriculares e teclados
Uma estação de ancoragem (docking station) ou um replicador de portas liga o portátil, com um só cabo, ao monitor, ao teclado, ao rato e à rede da secretária.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 Sincronização
A sincronização mantém os mesmos dados em vários dispositivos. Quando lê um e-mail no telemóvel, ele aparece como lido no portátil, porque ambos sincronizam com o servidor da conta (por exemplo, Microsoft 365 ou Google).
O que se sincroniza | Onde se configura
Correio | Aplicação de correio, com a conta da empresa
Contactos e calendário | Definições › Contas, na mesma conta
Fotografias e ficheiros | Serviço de nuvem (OneDrive, Google Drive, iCloud)
Atenção: Ao configurar a conta de um cliente, nunca peça nem anote a palavra-passe. Peça ao cliente que a introduza ele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
Antes de abrir: cópia de segurança, bateria desligada, pulseira antiestática.
Portáteis usam memória SO-DIMM; nos ultraportáteis pode estar soldada.
Armazenamento: SATA de 2,5" ou M.2 (SATA ou NVMe).
Bluetooth: ativar, emparelhar, escolher, confirmar o PIN, testar.
Hotspot e tethering partilham os dados móveis; o NFC atua a centímetros.
A sincronização mantém correio, contactos e calendário iguais.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prático · Ficha de intervenção num portátil (25 min)
Portátil de formação da ATC (ou fotografias do manual de serviço)
1. Preencha a lista de verificação de segurança da secção 1.1 antes de abrir o equipamento.
2. Identifique o tipo e a quantidade de memória instalada e o máximo suportado pelo modelo.
3. Identifique o tipo de armazenamento (SATA de 2,5", M.2 SATA ou M.2 NVMe).
4. Localize a placa sem fios e os cabos de antena MAIN e AUX.
5. Emparelhe um rato ou auriculares Bluetooth e registe os passos que seguiu.
6. Ative o hotspot de um telemóvel de formação e ligue o portátil a essa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ESD: Descarga eletrostática: eletricidade estática que pode danificar componentes eletrónicos.
SO-DIMM: Formato de memória RAM mais pequeno, usado em portáteis.
M.2: Formato de ranhura e de cartão para SSD e placas sem fios.
NVMe: Protocolo de armazenamento rápido para SSD ligados por PCIe.
Emparelhamento: Primeira ligação entre dois dispositivos Bluetooth.
Hotspot: Função que transforma o telemóvel num ponto de acesso Wi-Fi.
Tethering: Partilha dos dados móveis do telemóvel com outro dispositivo.
Sincronização: Manter os mesmos dados atualizados em vários dispositivos.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Lembre os formandos de que o manual, os vídeos e o guia por voz estão disponíveis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pic>
        <p:nvPicPr>
          <p:cNvPr id="3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A+ (220-1201/1202)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A+ (220-1201/1202)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494980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CompTIA A+ (220-1201/1202)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494980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Dispositivos móveis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49498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Suporte técnico de hardware, sistemas operativos e redes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49498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· amostra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19519" y="822960"/>
            <a:ext cx="5123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A HELENA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519519" y="1143000"/>
            <a:ext cx="5123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519519" y="2103120"/>
            <a:ext cx="512353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Neste módulo vai aprender a substituir componentes de um portátil em segurança, a ligar acessórios e redes sem fios a dispositivos móveis e a sincronizar correio, contactos e calendário. Corresponde ao domínio 1 do exame Core 1 (Dispositivos móveis).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19519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19519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610959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sessão presencial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318805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18805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410245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118090" y="4709160"/>
            <a:ext cx="1524965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118090" y="4800600"/>
            <a:ext cx="15249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209530" y="5468112"/>
            <a:ext cx="13420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neste módulo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do módulo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4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ser capaz de: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Miguel · guia virtual ATC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06240" y="14264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07408" y="15354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07408" y="15354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4264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Preparar uma intervenção num portátil com as regras de segurança e de proteção contra descargas eletrostáticas.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06240" y="221132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232029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07408" y="232029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221132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Substituir ou acrescentar memória RAM SO-DIMM num portátil.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06240" y="299618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07408" y="310515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07408" y="31051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74920" y="299618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e substituir o armazenamento (SATA de 2,5 polegadas e M.2) e a placa sem fios.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206240" y="378104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407408" y="389001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07408" y="38900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74920" y="378104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Emparelhar um acessório Bluetooth com um telemóvel ou portátil.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06240" y="456590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467487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07408" y="46748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456590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Wi-Fi, rede móvel, hotspot, tethering e NFC.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206240" y="53507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07408" y="54597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07408" y="54597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074920" y="53507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Configurar a sincronização de correio, contactos e calendário.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9498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DISPOSITIVOS MÓVEIS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9498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Antes de abrir um portátil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15768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Memória 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8269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82696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Armazenamento e placa sem fios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962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849624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Emparelhar acessórios Bluetooth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165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16552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Ligações dos dispositivos móveis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983480"/>
            <a:ext cx="43097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Sincronização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12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TEMA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120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abrir um portátil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03120"/>
            <a:ext cx="561728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Faça uma cópia de segurança dos dados do cliente, se o equipamento ainda arrancar.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2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2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705608"/>
            <a:ext cx="561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Encerre o sistema operativo e desligue o carregador.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359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35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217672"/>
            <a:ext cx="5617288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Desligue ou retire a bateria; nos modelos com bateria interna, desligue o conector da bateria logo que abrir a tampa.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4825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482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029964"/>
            <a:ext cx="561728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Coloque a pulseira antiestática (ESD) e ligue-a a um ponto de terra; trabalhe sobre um tapete antiestático.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507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507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632452"/>
            <a:ext cx="561728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Fotografe o interior e guarde os parafusos por ordem, porque costumam ter tamanhos diferentes.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25322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532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234940"/>
            <a:ext cx="561728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Consulte o manual de serviço do fabricante antes de retirar peças.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Memória RAM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 portáteis usam memória no formato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SO-DIMM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(Small Outline DIMM), mais pequena do que a DIMM dos computadores de secretária. Em muitos portáteis finos, a memória vem soldada à placa principal e não pode ser trocada.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6104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se 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Computadores de secretária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comprido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SO-DIMM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Portáteis e mini PC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curto; encaixa em ângulo e baixa até prender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Soldada (onboard)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Ultraportáteis e tablets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substitui; confirme antes de vender um upgrade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6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49240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528523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do Miguel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memória DDR4 e a DDR5 têm o entalhe em posições diferentes: um módulo de outra geração não encaixa. Nunca force.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Armazenamento e placa sem fios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Para substituir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placa sem fios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desligue com cuidado os pequenos conectores das antenas, retire o parafuso de fixação e puxe a placa em ângulo. Na placa nova, volte a ligar as antenas nos mesmos terminais (normalmente marcados como MAIN e AUX).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6104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 comum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SSD ou HDD de 2,5"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Espessura (7 mm ou 9,5 mm) e o suporte do disco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M.2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SATA ou M.2 NVMe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tipo aceite pela ranhura e o comprimento (por exemplo 2280)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Placa sem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(em modelos antigos, Mini PCIe)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cabos de antena e a compatibilidade Wi-Fi/Bluetooth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6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49240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528523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Nota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Um SSD M.2 NVMe é muito mais rápido do que um SSD SATA, mas só funciona numa ranhura M.2 que suporte NVMe. Confirme sempre no manual.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87877" y="822960"/>
            <a:ext cx="535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TEMA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87877" y="1143000"/>
            <a:ext cx="53551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Emparelhar acessórios Bluetooth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287877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7877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790797" y="2103120"/>
            <a:ext cx="4852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Ative o Bluetooth no telemóvel ou no portátil.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87877" y="2633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87877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90797" y="2615184"/>
            <a:ext cx="4852258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Coloque o acessório em modo de emparelhamento (consulte as instruções; muitas vezes, mantém-se premido um botão até a luz piscar).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87877" y="344576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87877" y="3445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90797" y="3427476"/>
            <a:ext cx="485225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telemóvel ou no portátil, procure dispositivos e escolha o acessório na lista.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87877" y="404825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7" y="40482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90797" y="4029964"/>
            <a:ext cx="485225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for pedido, confirme ou introduza o código PIN.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7877" y="46507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87877" y="46507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90797" y="4632452"/>
            <a:ext cx="4852258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Teste: reproduza som, escreva no teclado ou mova o 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Ligações dos dispositivos móveis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estação de ancoragem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(docking station) ou um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replicador de portas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liga o portátil, com um só cabo, ao monitor, ao teclado, ao rato e à rede da secretária.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Ligar a uma rede local sem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Wi-Fi do escritório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móvel (4G/5G)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através do operador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Navegar na rua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telemóvel partilha os dados móveis por Wi-Fi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Internet ao portátil numa reunião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Tethering USB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Partilhar os dados móveis por cabo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mais estável ao portátil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Comunicação a poucos centímetros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Pagamentos com o telemóvel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Bluetooth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Acessórios a curta distância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Auriculares e teclados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Sincronização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829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sincronização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mantém os mesmos dados em vários dispositivos. Quando lê um e-mail no telemóvel, ele aparece como lido no portátil, porque ambos sincronizam com o servidor da conta (por exemplo, Microsoft 365 ou Google).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6104"/>
          <a:ext cx="11064240" cy="914400"/>
        </p:xfrm>
        <a:graphic>
          <a:graphicData uri="http://schemas.openxmlformats.org/drawingml/2006/table">
            <a:tbl>
              <a:tblPr/>
              <a:tblGrid>
                <a:gridCol w="3761842"/>
                <a:gridCol w="73023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se sincroniza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se configura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Aplicação de correio, com a conta da empresa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Contactos e calendário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Definições › Contas, na mesma conta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Fotografias e ficheiros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Serviço de nuvem (OneDrive, Google Drive, iCloud)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Cartão de dica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pic>
        <p:nvPicPr>
          <p:cNvPr id="6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349240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81912" y="5285232"/>
            <a:ext cx="9875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Atenção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Ao configurar a conta de um cliente, nunca peça nem anote a palavra-passe. Peça ao cliente que a introduza ele próprio.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12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120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Antes de abrir: cópia de segurança, bateria desligada, pulseira antiestática.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Portáteis usam memória SO-DIMM; nos ultraportáteis pode estar soldada.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Armazenamento: SATA de 2,5" ou M.2 (SATA ou NVMe).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Bluetooth: ativar, emparelhar, escolher, confirmar o PIN, testar.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Hotspot e tethering partilham os dados móveis; o NFC atua a centímetros.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9639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9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918200"/>
            <a:ext cx="5617288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sincronização mantém correio, contactos e calendário iguais.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Ficha de intervenção num portátil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minutos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Portátil de formação da ATC (ou fotografias do manual de serviço)</a:t>
            </a:r>
            <a:endParaRPr lang="en-US" sz="1400" dirty="0"/>
          </a:p>
        </p:txBody>
      </p:sp>
      <p:pic>
        <p:nvPicPr>
          <p:cNvPr id="7" name="Image 0" descr="Miguel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251960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669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Prática com o Miguel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41732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Preencha a lista de verificação de segurança da secção 1.1 antes de abrir o equipamento.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069080" y="20980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69080" y="2098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07975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Identifique o tipo e a quantidade de memória instalada e o máximo suportado pelo modelo.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69080" y="27604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69080" y="2760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742184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Identifique o tipo de armazenamento (SATA de 2,5", M.2 SATA ou M.2 NVMe).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69080" y="342290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69080" y="3422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3404616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Localize a placa sem fios e os cabos de antena MAIN e AUX.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069080" y="393496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3934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391668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Emparelhe um rato ou auriculares Bluetooth e registe os passos que seguiu.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69080" y="459740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69080" y="459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57911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Ative o hotspot de um telemóvel de formação e ligue o portátil a essa rede.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ESD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Descarga eletrostática: eletricidade estática que pode danificar componentes eletrónicos.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SO-DIMM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 de memória RAM mais pequeno, usado em portáteis.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M.2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Formato de ranhura e de cartão para SSD e placas sem fios.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NVMe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Protocolo de armazenamento rápido para SSD ligados por PCIe.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Emparelhamento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Primeira ligação entre dois dispositivos Bluetooth.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Hotspot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Função que transforma o telemóvel num ponto de acesso Wi-Fi.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519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19519" y="2011680"/>
            <a:ext cx="51235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519519" y="3840480"/>
            <a:ext cx="5123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 e o seu guia virtual.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19519" y="5760720"/>
            <a:ext cx="5123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B5272D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CompTIA A+ (220-1201/1202) · Módulo 1 · Dispositivos móveis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2026-10-14T09:52:27Z</dcterms:created>
  <dcterms:modified xsi:type="dcterms:W3CDTF">2026-10-14T09:52:27Z</dcterms:modified>
</cp:coreProperties>
</file>