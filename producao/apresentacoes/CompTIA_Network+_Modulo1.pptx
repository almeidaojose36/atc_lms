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54b7d3d-e2e1-d986-06e6-a73a8fe64728}">
          <p14:sldIdLst>
            <p14:sldId id="256"/>
            <p14:sldId id="257"/>
            <p14:sldId id="258"/>
            <p14:sldId id="259"/>
          </p14:sldIdLst>
        </p14:section>
        <p14:section name="Conteúdos" id="{bafc73cb-b64f-0393-c15d-295f941145e8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solidação" id="{8b9696a0-fadc-0069-5824-1dd9c46a0a48}">
          <p14:sldIdLst>
            <p14:sldId id="266"/>
            <p14:sldId id="267"/>
            <p14:sldId id="268"/>
          </p14:sldIdLst>
        </p14:section>
        <p14:section name="Encerramento" id="{c0527df3-49e2-71c9-c213-90426e554db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módulo 1 do curso CompTIA Network+ (N10-009). Helena é o guia virtual que acompanha os formandos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módulo vai conhecer o modelo OSI, os tipos de rede e as topologias, o endereçamento IPv4, as portas e protocolos mais usados e o papel de cada equipamento de rede. Corresponde ao domínio 1 do exame (Conceitos de redes).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Objetivos:
1. Descrever as sete camadas do modelo OSI e dar um exemplo de cada uma.
2. Distinguir LAN, WAN, WLAN e as topologias em estrela, malha e híbrida.
3. Reconhecer endereços IPv4 públicos, privados, de loopback e APIPA.
4. Explicar como o DHCP atribui endereços (processo DORA).
5. Associar os protocolos mais comuns às suas portas TCP/UDP.
6. Identificar a função do router, do switch, do ponto de acesso e da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Temas do módulo:
1.1 O que é uma rede?
1.2 O modelo OSI
1.3 Endereçamento IPv4
1.4 DHCP e DNS
1.5 Portas e protocolos
1.6 Equipamentos de rede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O que é uma rede?
Uma rede é um conjunto de dispositivos ligados entre si para partilhar dados e recursos: ficheiros, impressoras, a ligação à Internet ou aplicações. Cada dispositivo ligado chama-se nó ou anfitrião (host).
Tipo | Alcance | Exemplo
LAN | Um edifício ou um piso | A rede da sala de formação da ATC
WLAN | Uma LAN sem fios (Wi-Fi) | O Wi-Fi do escritório
MAN | Uma cidade | Ligação entre as delegações de Luanda
WAN | Países e continentes | A Internet; a ligação Luanda–Lisboa de uma empresa
A topologia descreve a forma como os nós estão ligados. Na topologia em estrela, todos ligam a um equipamento central (normalmente um switch). Na topologia em malha, cada nó liga a vários outros, o que dá caminhos alternativos se uma ligação falhar. Uma rede híbrida combina várias topologias.
Dica: Nas empresas, a topologia mais comum dentro do edifício é a estrela: se um cabo falhar, só esse computador fica sem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O modelo OSI
O modelo OSI divide a comunicação em sete camadas e ajuda a localizar problemas: um cabo partido é da camada 1; um endereço IP errado, da camada 3.
Camada | Nome | Unidade de dados | Exemplo
7 | Aplicação | Dados | HTTP, DNS, SMTP
6 | Apresentação | Dados | Cifragem TLS, formatos de ficheiro
5 | Sessão | Dados | Abrir e fechar sessões entre aplicações
4 | Transporte | Segmento (TCP) / datagrama (UDP) | TCP, UDP, portas
3 | Rede | Pacote | IP, router
2 | Ligação de dados | Trama | Endereço MAC, switch
1 | Física | Bits | Cabo, fibra, sinal Wi-Fi
Nota: O TCP confirma a entrega e reenvia o que se perde (web, correio). O UDP não confirma, mas é mais rápido (voz, vídeo em direto, DNS).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Endereçamento IPv4
Um endereço IPv4 tem 32 bits, escritos em quatro números de 0 a 255 separados por pontos, por exemplo 192.168.1.20. A máscara de sub-rede (por exemplo 255.255.255.0, ou /24) indica que parte do endereço identifica a rede e que parte identifica o dispositivo.
Tipo de endereço | Intervalo | Para que serve
Privado (classe A) | 10.0.0.0 – 10.255.255.255 (/8) | Redes internas grandes
Privado (classe B) | 172.16.0.0 – 172.31.255.255 (/12) | Redes internas médias
Privado (classe C) | 192.168.0.0 – 192.168.255.255 (/16) | Casas e pequenos escritórios
Loopback | 127.0.0.1 | O próprio computador (testes)
APIPA | 169.254.0.0 – 169.254.255.255 | Atribuído sozinho quando o DHCP não responde
Os endereços privados não circulam na Internet. O router usa NAT para traduzir os endereços privados da rede interna para o endereço público fornecido pelo operador.
Atenção: Se um computador tiver um endereço 169.254.x.x, não está a receber endereço do servidor DHCP. Verifique o cabo, o Wi-Fi e o servidor DHCP antes de mexer noutras definições.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1.4 DHCP e DNS
O DHCP atribui automaticamente a cada dispositivo um endereço IP, a máscara de sub-rede, o gateway predefinido (o router) e o servidor DNS. O processo tem quatro mensagens, conhecidas pela sigla DORA:
Passo | Mensagem | Quem envia
1 | Discover (descoberta) | O cliente procura um servidor DHCP
2 | Offer (oferta) | O servidor propõe um endereço
3 | Request (pedido) | O cliente aceita a oferta
4 | Acknowledge (confirmação) | O servidor confirma a concessão
O DNS traduz nomes fáceis de lembrar (por exemplo, atc-lda.com) em endereços IP. Sem DNS, teria de escrever o endereço IP de cada site.
Dica: No Windows, o comando ipconfig /all mostra o endereço IP, o gateway, o servidor DNS e se o endereço veio do DHCP.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Portas e protocolos
Um servidor pode oferecer vários serviços ao mesmo tempo. A porta indica a que serviço se destina cada ligação. No exame tem de associar os protocolos mais comuns às suas portas.
Protocolo | Porta | Para que serve
FTP | 20/21 TCP | Transferir ficheiros (sem cifragem)
SSH / SFTP | 22 TCP | Acesso remoto seguro; transferência segura de ficheiros
Telnet | 23 TCP | Acesso remoto sem cifragem (a evitar)
SMTP | 25 TCP | Enviar correio entre servidores
DNS | 53 TCP/UDP | Traduzir nomes em endereços
DHCP | 67/68 UDP | Atribuir endereços automaticamente
HTTP | 80 TCP | Páginas web sem cifragem
NTP | 123 UDP | Acertar a hora
SNMP | 161/162 UDP | Monitorizar equipamentos de rede
LDAP | 389 TCP | Consultar diretórios de utilizadores
HTTPS | 443 TCP | Páginas web cifradas
SMB | 445 TCP | Partilha de ficheiros e impressoras no Windows
RDP | 3389 TCP | Ambiente de trabalho remoto
Dica: Comece por memorizar as portas que usa todos os dias: 80 (HTTP), 443 (HTTPS), 53 (DNS) e 3389 (RDP).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 Equipamentos de rede
Equipamento | Camada OSI | Função
Switch | 2 (Ligação de dados) | Liga os dispositivos da LAN e envia cada trama só para a porta certa, pelo endereço MAC
Router | 3 (Rede) | Liga redes diferentes (por exemplo, a LAN à Internet) e escolhe o caminho pelo endereço IP
Ponto de acesso (AP) | 2 | Liga dispositivos sem fios à rede com fios
Firewall | 3 a 7 | Permite ou bloqueia tráfego segundo regras de segurança
Balanceador de carga | 4 a 7 | Distribui os pedidos por vários servidores
Num pequeno escritório, um único aparelho pode fazer de router, switch, ponto de acesso e firewall. Numa empresa, cada função costuma ter o seu equipamento.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
Modelo OSI: sete camadas, da Física (1) à Aplicação (7).
LAN, WLAN, MAN e WAN distinguem-se pelo alcance.
Endereços privados: 10.x, 172.16–31.x e 192.168.x; 169.254.x indica falha do DHCP.
DHCP em quatro passos: Discover, Offer, Request, Acknowledge.
Portas essenciais: 22 SSH, 53 DNS, 80 HTTP, 443 HTTPS, 3389 RDP.
Switch: endereços MAC (camada 2). Router: endereços IP (camada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prático · Conhecer a rede do seu computador (20 min)
Linha de comandos do Windows (cmd)
1. Abra a linha de comandos: prima a tecla Windows, escreva cmd e prima Enter.
2. Escreva ipconfig /all e anote o endereço IPv4, a máscara de sub-rede, o gateway predefinido e o servidor DNS.
3. Indique se o endereço é privado ou público e a que intervalo pertence.
4. Confirme se o endereço foi atribuído por DHCP (linha «DHCP Ativado»).
5. Escreva ping 127.0.0.1 e explique o que está a testar.
6. Escreva nslookup atc-lda.com e anote o endereço IP devolvido pelo DNS.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APIPA: Endereço 169.254.x.x que o Windows atribui a si próprio quando não recebe resposta do DHCP.
DHCP: Serviço que atribui automaticamente endereços IP e outras definições de rede.
DNS: Serviço que traduz nomes de domínio em endereços IP.
Gateway predefinido: O router para onde o computador envia o tráfego destinado a outras redes.
Endereço MAC: Identificador físico de uma placa de rede, usado pelo switch na camada 2.
NAT: Tradução de endereços privados para um endereço público, feita pelo router.
Porta: Número que identifica o serviço de destino de uma ligação TCP ou UDP.
Topologia: Forma como os dispositivos de uma rede estão ligados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Lembre os formandos de que o manual, os vídeos e o guia por voz estão disponíveis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pic>
        <p:nvPicPr>
          <p:cNvPr id="3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Network+ (N10-009)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Network+ (N10-009)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88856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CompTIA Network+ (N10-009)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58885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Conceitos de redes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58885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Fundamentos de redes, configuração e resolução de problemas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58885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· amostra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0887" y="822960"/>
            <a:ext cx="478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O MIGUEL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60887" y="1143000"/>
            <a:ext cx="4782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60887" y="2103120"/>
            <a:ext cx="47821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Neste módulo vai conhecer o modelo OSI, os tipos de rede e as topologias, o endereçamento IPv4, as portas e protocolos mais usados e o papel de cada equipamento de rede. Corresponde ao domínio 1 do exame (Conceitos de redes).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60887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60887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952327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sessão presencial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546383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546383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637823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31879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231879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323319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neste módulo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do módulo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4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ser capaz de: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Helena · guia virtual ATC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06240" y="14264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07408" y="15354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07408" y="15354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4264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Descrever as sete camadas do modelo OSI e dar um exemplo de cada uma.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06240" y="221132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232029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07408" y="232029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221132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LAN, WAN, WLAN e as topologias em estrela, malha e híbrida.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06240" y="299618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07408" y="310515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07408" y="31051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74920" y="299618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Reconhecer endereços IPv4 públicos, privados, de loopback e APIPA.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206240" y="378104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407408" y="389001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07408" y="38900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74920" y="378104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Explicar como o DHCP atribui endereços (processo DORA).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06240" y="456590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467487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07408" y="46748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456590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Associar os protocolos mais comuns às suas portas TCP/UDP.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206240" y="53507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07408" y="54597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07408" y="54597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074920" y="53507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a função do router, do switch, do ponto de acesso e da firewall.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CONCEITOS DE REDES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8885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que é uma rede?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15768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modelo OSI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8269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82696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Endereçamento IPv4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962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849624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DHCP e DNS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165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16552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Portas e protocolos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983480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Equipamentos de rede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uma rede?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é um conjunto de dispositivos ligados entre si para partilhar dados e recursos: ficheiros, impressoras, a ligação à Internet ou aplicações. Cada dispositivo ligado chama-se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nó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ou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anfitrião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(host).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6104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edifício ou um piso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rede da sala de formação da ATC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LAN sem fios (Wi-Fi)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Wi-Fi do escritório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entre as delegações de Luanda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Países e continentes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Internet; a ligação Luanda–Lisboa de uma empresa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6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49240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528523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do Miguel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Nas empresas, a topologia mais comum dentro do edifício é a estrela: se um cabo falhar, só esse computador fica sem rede.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O modelo OSI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modelo OSI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divide a comunicação em sete camadas e ajuda a localizar problemas: um cabo partido é da camada 1; um endereço IP errado, da camada 3.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HTTP, DNS, SMTP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Cifragem TLS, formatos de ficheiro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e fechar sessões entre aplicações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Segmento (TCP) / datagrama (UDP)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TCP, UDP, 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IP, router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de 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Endereço MAC, switch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Física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Cabo, fibra, sinal Wi-Fi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5527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6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64200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560019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Nota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TCP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confirma a entrega e reenvia o que se perde (web, correio). O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UDP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não confirma, mas é mais rápido (voz, vídeo em direto, DNS).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Endereçamento IPv4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endereço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IPv4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tem 32 bits, escritos em quatro números de 0 a 255 separados por pontos, por exemplo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192.168.1.20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máscara de sub-rede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(por exemplo 255.255.255.0, ou /24) indica que parte do endereço identifica a rede e que parte identifica o dispositivo.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64664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 endereços privados não circulam na Internet. O router usa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NAT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 traduzir os endereços privados da rede interna para o endereço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público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fornecido pelo operador.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5112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endereço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 – 10.255.255.255 (/8)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internas grandes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172.16.0.0 – 172.31.255.255 (/12)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internas médias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192.168.0.0 – 192.168.255.255 (/16)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Casas e pequenos escritórios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próprio computador (testes)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169.254.0.0 – 169.254.255.255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Atribuído sozinho quando o DHCP não responde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rtão de dica"/>
          <p:cNvSpPr/>
          <p:nvPr/>
        </p:nvSpPr>
        <p:spPr>
          <a:xfrm>
            <a:off x="548640" y="544169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pic>
        <p:nvPicPr>
          <p:cNvPr id="7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578856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81912" y="5514848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Atenção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 um computador tiver um endereço 169.254.x.x, não está a receber endereço do servidor DHCP. Verifique o cabo, o Wi-Fi e o servidor DHCP antes de mexer noutras definições.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DHCP e DNS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DHCP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atribui automaticamente a cada dispositivo um endereço IP, a máscara de sub-rede,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gateway predefinido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(o router) e o servidor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DNS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O processo tem quatro mensagens, conhecidas pela sigla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DORA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: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64664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DNS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traduz nomes fáceis de lembrar (por exemplo, atc-lda.com) em endereços IP. Sem DNS, teria de escrever o endereço IP de cada site.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5112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envia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(descoberta)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cliente procura um servidor DHCP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(oferta)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 propõe um endereço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(pedido)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cliente aceita a oferta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 (confirmação)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 confirma a concessão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Cartão de dica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7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4924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81912" y="528523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da Helena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Windows, o comando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ipconfig /all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mostra o endereço IP, o gateway, o servidor DNS e se o endereço veio do DHCP.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Portas e protocolos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servidor pode oferecer vários serviços ao mesmo tempo.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indica a que serviço se destina cada ligação. No exame tem de associar os protocolos mais comuns às suas portas.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20/21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 ficheiros (sem cifragem)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 / SFTP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 remoto seguro; transferência segura de ficheiros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 remoto sem cifragem (a evitar)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correio entre servidores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TCP/UDP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Traduzir nomes em endereços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67/68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endereços automaticamente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web sem cifragem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Acertar a hora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161/162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Monitorizar equipamentos de rede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diretórios de utilizadores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web cifradas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Partilha de ficheiros e impressoras no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3389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de trabalho remoto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731926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6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456424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7392416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do Miguel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Comece por memorizar as portas que usa todos os dias: 80 (HTTP), 443 (HTTPS), 53 (DNS) e 3389 (RDP).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Equipamentos de rede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Num pequeno escritório, um único aparelho pode fazer de router, switch, ponto de acesso e firewall. Numa empresa, cada função costuma ter o seu equipamento.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OSI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(Ligação de dados)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os dispositivos da LAN e envia cada trama só para a porta certa, pelo endereço MAC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(Rede)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redes diferentes (por exemplo, a LAN à Internet) e escolhe o caminho pelo endereço 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acesso (AP)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dispositivos sem fios à rede com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 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ou bloqueia tráfego segundo regras de segurança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Balanceador de carga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 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 os pedidos por vários servidores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7544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754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Modelo OSI: sete camadas, da Física (1) à Aplicação (7).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LAN, WLAN, MAN e WAN distinguem-se pelo alcance.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Endereços privados: 10.x, 172.16–31.x e 192.168.x; 169.254.x indica falha do DHCP.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DHCP em quatro passos: Discover, Offer, Request, Acknowledge.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Portas essenciais: 22 SSH, 53 DNS, 80 HTTP, 443 HTTPS, 3389 RDP.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9639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9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918200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Switch: endereços MAC (camada 2). Router: endereços IP (camada 3).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Conhecer a rede do seu computador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minutos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Linha de comandos do Windows (cmd)</a:t>
            </a:r>
            <a:endParaRPr lang="en-US" sz="1400" dirty="0"/>
          </a:p>
        </p:txBody>
      </p:sp>
      <p:pic>
        <p:nvPicPr>
          <p:cNvPr id="7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251960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669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Prática com a Helena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41732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Abra a linha de comandos: prima a tecla Windows, 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cmd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prima Enter.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069080" y="20980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69080" y="2098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07975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ipconfig /all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anote o endereço IPv4, a máscara de sub-rede, o gateway predefinido e o servidor DNS.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69080" y="27604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69080" y="2760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742184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Indique se o endereço é privado ou público e a que intervalo pertence.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69080" y="342290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69080" y="3422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3404616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Confirme se o endereço foi atribuído por DHCP (linha «DHCP Ativado»).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069080" y="408533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4085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067048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ping 127.0.0.1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explique o que está a testar.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69080" y="459740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69080" y="459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57911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nslookup atc-lda.com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anote o endereço IP devolvido pelo DNS.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APIPA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Endereço 169.254.x.x que o Windows atribui a si próprio quando não recebe resposta do DHCP.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DHCP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Serviço que atribui automaticamente endereços IP e outras definições de rede.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Serviço que traduz nomes de domínio em endereços IP.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predefinido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router para onde o computador envia o tráfego destinado a outras redes.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Endereço MAC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Identificador físico de uma placa de rede, usado pelo switch na camada 2.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Tradução de endereços privados para um endereço público, feita pelo router.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887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0887" y="2011680"/>
            <a:ext cx="4782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860887" y="3840480"/>
            <a:ext cx="47821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 e o seu guia virtual.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860887" y="5760720"/>
            <a:ext cx="4782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1F5F99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CompTIA Network+ (N10-009) · Módulo 1 · Conceitos de redes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2026-10-14T09:52:28Z</dcterms:created>
  <dcterms:modified xsi:type="dcterms:W3CDTF">2026-10-14T09:52:28Z</dcterms:modified>
</cp:coreProperties>
</file>